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282" r:id="rId5"/>
    <p:sldId id="2147473141" r:id="rId6"/>
    <p:sldId id="2147473142" r:id="rId7"/>
    <p:sldId id="2147473079" r:id="rId8"/>
    <p:sldId id="2147473143" r:id="rId9"/>
    <p:sldId id="2147473071" r:id="rId10"/>
    <p:sldId id="2147473067" r:id="rId11"/>
    <p:sldId id="2147473068" r:id="rId12"/>
    <p:sldId id="2147473128" r:id="rId13"/>
    <p:sldId id="2147473144" r:id="rId14"/>
    <p:sldId id="2147473131" r:id="rId15"/>
    <p:sldId id="2147473145" r:id="rId16"/>
    <p:sldId id="2147473146" r:id="rId17"/>
    <p:sldId id="2147473147" r:id="rId18"/>
    <p:sldId id="2147472899" r:id="rId19"/>
    <p:sldId id="2147473022" r:id="rId20"/>
    <p:sldId id="2147473122" r:id="rId21"/>
    <p:sldId id="2147473117" r:id="rId22"/>
    <p:sldId id="2147473032" r:id="rId23"/>
    <p:sldId id="2147473103" r:id="rId24"/>
    <p:sldId id="2147473113" r:id="rId25"/>
    <p:sldId id="2147473024" r:id="rId26"/>
    <p:sldId id="2147473123" r:id="rId27"/>
    <p:sldId id="2147473018" r:id="rId28"/>
    <p:sldId id="2147473116" r:id="rId29"/>
    <p:sldId id="2147473102" r:id="rId30"/>
    <p:sldId id="2147473100" r:id="rId31"/>
    <p:sldId id="2147473136" r:id="rId32"/>
    <p:sldId id="2147473137" r:id="rId33"/>
    <p:sldId id="2147473138" r:id="rId34"/>
    <p:sldId id="2147473139" r:id="rId35"/>
    <p:sldId id="2147473140" r:id="rId36"/>
    <p:sldId id="2147473120" r:id="rId37"/>
    <p:sldId id="2147473129" r:id="rId38"/>
    <p:sldId id="2147473073" r:id="rId39"/>
    <p:sldId id="257" r:id="rId40"/>
    <p:sldId id="2147473114" r:id="rId41"/>
    <p:sldId id="2147472923" r:id="rId42"/>
    <p:sldId id="28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6D7BCA-5CFC-439E-9801-28AE79D38571}">
          <p14:sldIdLst>
            <p14:sldId id="282"/>
            <p14:sldId id="2147473141"/>
            <p14:sldId id="2147473142"/>
            <p14:sldId id="2147473079"/>
            <p14:sldId id="2147473143"/>
            <p14:sldId id="2147473071"/>
            <p14:sldId id="2147473067"/>
            <p14:sldId id="2147473068"/>
            <p14:sldId id="2147473128"/>
            <p14:sldId id="2147473144"/>
            <p14:sldId id="2147473131"/>
            <p14:sldId id="2147473145"/>
            <p14:sldId id="2147473146"/>
            <p14:sldId id="2147473147"/>
            <p14:sldId id="2147472899"/>
            <p14:sldId id="2147473022"/>
            <p14:sldId id="2147473122"/>
            <p14:sldId id="2147473117"/>
            <p14:sldId id="2147473032"/>
            <p14:sldId id="2147473103"/>
            <p14:sldId id="2147473113"/>
            <p14:sldId id="2147473024"/>
            <p14:sldId id="2147473123"/>
            <p14:sldId id="2147473018"/>
            <p14:sldId id="2147473116"/>
            <p14:sldId id="2147473102"/>
            <p14:sldId id="2147473100"/>
            <p14:sldId id="2147473136"/>
            <p14:sldId id="2147473137"/>
            <p14:sldId id="2147473138"/>
            <p14:sldId id="2147473139"/>
            <p14:sldId id="2147473140"/>
            <p14:sldId id="2147473120"/>
            <p14:sldId id="2147473129"/>
            <p14:sldId id="2147473073"/>
            <p14:sldId id="257"/>
            <p14:sldId id="2147473114"/>
            <p14:sldId id="2147472923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BECF05-5C1A-1390-6A05-666FE3860568}" name="Jéssica Adelaide Uamusse  Lemos" initials="JL" userId="S::jessica.lemos@ins.gov.mz::f71c816b-40f9-494e-972e-3b361e1d7769" providerId="AD"/>
  <p188:author id="{5AAEFB13-AA14-2EAB-D481-EB2235508D17}" name="Edna Viegas" initials="EV" userId="S::edna.viegas@ins.gov.mz::ec114ee2-1e0e-4e3c-97a6-a28b03948d50" providerId="AD"/>
  <p188:author id="{6022544C-C31C-9AFD-417D-17C61003870D}" name="Nuro Abilio" initials="NA" userId="S::nuro.abilio@ins.gov.mz::e964efca-3d07-4748-9c78-9ee244af0dee" providerId="AD"/>
  <p188:author id="{749FF08B-66F9-3C1D-A145-D95E32B11275}" name="Osvaldo Laurindo" initials="OL" userId="S::osvaldo.laurindo@ins.gov.mz::6240d335-0a99-4a1f-bab8-80acd7f550d8" providerId="AD"/>
  <p188:author id="{E30D588F-0151-5323-7694-3356E604E3C9}" name="Diocreciano Bero" initials="DB" userId="S::diocreciano.bero@ins.gov.mz::98316507-5bbd-4dc8-b465-38ab801ab02c" providerId="AD"/>
  <p188:author id="{53F50FFD-7D33-8B97-5DBD-4A2269CBC866}" name="Mussagy Quimice" initials="MQ" userId="S::mussagy.quimice@ins.gov.mz::a53779cf-0d3c-4a30-b533-d0185a7add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F30"/>
    <a:srgbClr val="007489"/>
    <a:srgbClr val="AD3F30"/>
    <a:srgbClr val="01889A"/>
    <a:srgbClr val="428499"/>
    <a:srgbClr val="B9292F"/>
    <a:srgbClr val="C94B50"/>
    <a:srgbClr val="FFFFFF"/>
    <a:srgbClr val="474239"/>
    <a:srgbClr val="C02B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313947-5D3D-3F2E-6435-C9CF8CBCC322}" v="249" dt="2025-12-04T06:41:39.724"/>
    <p1510:client id="{5BA9C5F1-5C95-F18F-3D55-E9F86B9CCF6F}" v="83" dt="2025-12-04T07:02:59.756"/>
    <p1510:client id="{664EBEF5-B3E1-4BD2-A1A9-D8619821EA05}" v="146" dt="2025-12-04T05:19:55.454"/>
    <p1510:client id="{8013FA0A-91B1-4406-8A18-2DC7AD311752}" v="245" dt="2025-12-04T05:53:59.660"/>
    <p1510:client id="{9D883664-960E-440D-0C17-597104C9CE0A}" v="87" dt="2025-12-04T05:31:28.244"/>
    <p1510:client id="{B5199A7E-539C-4811-8438-4068988B25DB}" v="18" dt="2025-12-04T08:14:29.948"/>
    <p1510:client id="{D5E4870A-8CA0-A9B0-5E42-590C0AE4E498}" v="597" dt="2025-12-03T19:09:03.187"/>
    <p1510:client id="{FDAB30E1-4584-B3DB-91ED-3480DC72D3B7}" v="488" dt="2025-12-03T13:43:16.25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  <p:guide orient="horz" pos="10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B088B09-FF27-2754-54FA-9FF9BA22061A}"/>
    <pc:docChg chg="modSld">
      <pc:chgData name="" userId="" providerId="" clId="Web-{7B088B09-FF27-2754-54FA-9FF9BA22061A}" dt="2025-11-05T11:43:25.578" v="1" actId="20577"/>
      <pc:docMkLst>
        <pc:docMk/>
      </pc:docMkLst>
      <pc:sldChg chg="modSp">
        <pc:chgData name="" userId="" providerId="" clId="Web-{7B088B09-FF27-2754-54FA-9FF9BA22061A}" dt="2025-11-05T11:43:25.578" v="1" actId="20577"/>
        <pc:sldMkLst>
          <pc:docMk/>
          <pc:sldMk cId="4043777627" sldId="282"/>
        </pc:sldMkLst>
        <pc:spChg chg="mod">
          <ac:chgData name="" userId="" providerId="" clId="Web-{7B088B09-FF27-2754-54FA-9FF9BA22061A}" dt="2025-11-05T11:43:25.578" v="1" actId="20577"/>
          <ac:spMkLst>
            <pc:docMk/>
            <pc:sldMk cId="4043777627" sldId="282"/>
            <ac:spMk id="4" creationId="{9BBE55FC-5546-27A5-8F7E-B997CD9CDBBB}"/>
          </ac:spMkLst>
        </pc:spChg>
      </pc:sldChg>
    </pc:docChg>
  </pc:docChgLst>
  <pc:docChgLst>
    <pc:chgData name="Nuro Abilio" userId="S::nuro.abilio@ins.gov.mz::e964efca-3d07-4748-9c78-9ee244af0dee" providerId="AD" clId="Web-{B5199A7E-539C-4811-8438-4068988B25DB}"/>
    <pc:docChg chg="modSld">
      <pc:chgData name="Nuro Abilio" userId="S::nuro.abilio@ins.gov.mz::e964efca-3d07-4748-9c78-9ee244af0dee" providerId="AD" clId="Web-{B5199A7E-539C-4811-8438-4068988B25DB}" dt="2025-12-04T08:14:29.948" v="9" actId="1076"/>
      <pc:docMkLst>
        <pc:docMk/>
      </pc:docMkLst>
      <pc:sldChg chg="modSp">
        <pc:chgData name="Nuro Abilio" userId="S::nuro.abilio@ins.gov.mz::e964efca-3d07-4748-9c78-9ee244af0dee" providerId="AD" clId="Web-{B5199A7E-539C-4811-8438-4068988B25DB}" dt="2025-12-04T08:09:40.646" v="8" actId="20577"/>
        <pc:sldMkLst>
          <pc:docMk/>
          <pc:sldMk cId="3416123054" sldId="2147473100"/>
        </pc:sldMkLst>
        <pc:spChg chg="mod">
          <ac:chgData name="Nuro Abilio" userId="S::nuro.abilio@ins.gov.mz::e964efca-3d07-4748-9c78-9ee244af0dee" providerId="AD" clId="Web-{B5199A7E-539C-4811-8438-4068988B25DB}" dt="2025-12-04T08:09:40.646" v="8" actId="20577"/>
          <ac:spMkLst>
            <pc:docMk/>
            <pc:sldMk cId="3416123054" sldId="2147473100"/>
            <ac:spMk id="8" creationId="{1413615A-CEDE-225D-F876-69EAAE9E8889}"/>
          </ac:spMkLst>
        </pc:spChg>
      </pc:sldChg>
      <pc:sldChg chg="modSp">
        <pc:chgData name="Nuro Abilio" userId="S::nuro.abilio@ins.gov.mz::e964efca-3d07-4748-9c78-9ee244af0dee" providerId="AD" clId="Web-{B5199A7E-539C-4811-8438-4068988B25DB}" dt="2025-12-04T08:14:29.948" v="9" actId="1076"/>
        <pc:sldMkLst>
          <pc:docMk/>
          <pc:sldMk cId="746789507" sldId="2147473113"/>
        </pc:sldMkLst>
        <pc:spChg chg="mod">
          <ac:chgData name="Nuro Abilio" userId="S::nuro.abilio@ins.gov.mz::e964efca-3d07-4748-9c78-9ee244af0dee" providerId="AD" clId="Web-{B5199A7E-539C-4811-8438-4068988B25DB}" dt="2025-12-04T08:14:29.948" v="9" actId="1076"/>
          <ac:spMkLst>
            <pc:docMk/>
            <pc:sldMk cId="746789507" sldId="2147473113"/>
            <ac:spMk id="9" creationId="{E03F0828-6179-2A5B-0FAA-6D462F182157}"/>
          </ac:spMkLst>
        </pc:spChg>
      </pc:sldChg>
    </pc:docChg>
  </pc:docChgLst>
  <pc:docChgLst>
    <pc:chgData clId="Web-{FDAB30E1-4584-B3DB-91ED-3480DC72D3B7}"/>
    <pc:docChg chg="modSld">
      <pc:chgData name="" userId="" providerId="" clId="Web-{FDAB30E1-4584-B3DB-91ED-3480DC72D3B7}" dt="2025-12-03T09:35:28.849" v="3" actId="20577"/>
      <pc:docMkLst>
        <pc:docMk/>
      </pc:docMkLst>
      <pc:sldChg chg="modSp">
        <pc:chgData name="" userId="" providerId="" clId="Web-{FDAB30E1-4584-B3DB-91ED-3480DC72D3B7}" dt="2025-12-03T09:35:28.849" v="3" actId="20577"/>
        <pc:sldMkLst>
          <pc:docMk/>
          <pc:sldMk cId="4043777627" sldId="282"/>
        </pc:sldMkLst>
        <pc:spChg chg="mod">
          <ac:chgData name="" userId="" providerId="" clId="Web-{FDAB30E1-4584-B3DB-91ED-3480DC72D3B7}" dt="2025-12-03T09:35:28.849" v="3" actId="20577"/>
          <ac:spMkLst>
            <pc:docMk/>
            <pc:sldMk cId="4043777627" sldId="282"/>
            <ac:spMk id="4" creationId="{9BBE55FC-5546-27A5-8F7E-B997CD9CDBBB}"/>
          </ac:spMkLst>
        </pc:spChg>
      </pc:sldChg>
    </pc:docChg>
  </pc:docChgLst>
  <pc:docChgLst>
    <pc:chgData name="Jéssica Adelaide Uamusse  Lemos" userId="S::jessica.lemos@ins.gov.mz::f71c816b-40f9-494e-972e-3b361e1d7769" providerId="AD" clId="Web-{2BA1D400-6149-667F-2894-6E44893CB1F6}"/>
    <pc:docChg chg="delSld modSld">
      <pc:chgData name="Jéssica Adelaide Uamusse  Lemos" userId="S::jessica.lemos@ins.gov.mz::f71c816b-40f9-494e-972e-3b361e1d7769" providerId="AD" clId="Web-{2BA1D400-6149-667F-2894-6E44893CB1F6}" dt="2025-11-19T19:59:42.023" v="51"/>
      <pc:docMkLst>
        <pc:docMk/>
      </pc:docMkLst>
      <pc:sldChg chg="modSp">
        <pc:chgData name="Jéssica Adelaide Uamusse  Lemos" userId="S::jessica.lemos@ins.gov.mz::f71c816b-40f9-494e-972e-3b361e1d7769" providerId="AD" clId="Web-{2BA1D400-6149-667F-2894-6E44893CB1F6}" dt="2025-11-19T19:22:58.112" v="1" actId="20577"/>
        <pc:sldMkLst>
          <pc:docMk/>
          <pc:sldMk cId="4043777627" sldId="282"/>
        </pc:sldMkLst>
        <pc:spChg chg="mod">
          <ac:chgData name="Jéssica Adelaide Uamusse  Lemos" userId="S::jessica.lemos@ins.gov.mz::f71c816b-40f9-494e-972e-3b361e1d7769" providerId="AD" clId="Web-{2BA1D400-6149-667F-2894-6E44893CB1F6}" dt="2025-11-19T19:22:58.112" v="1" actId="20577"/>
          <ac:spMkLst>
            <pc:docMk/>
            <pc:sldMk cId="4043777627" sldId="282"/>
            <ac:spMk id="4" creationId="{9BBE55FC-5546-27A5-8F7E-B997CD9CDBBB}"/>
          </ac:spMkLst>
        </pc:spChg>
      </pc:sldChg>
      <pc:sldChg chg="addSp delSp modSp">
        <pc:chgData name="Jéssica Adelaide Uamusse  Lemos" userId="S::jessica.lemos@ins.gov.mz::f71c816b-40f9-494e-972e-3b361e1d7769" providerId="AD" clId="Web-{2BA1D400-6149-667F-2894-6E44893CB1F6}" dt="2025-11-19T19:42:02.616" v="26" actId="1076"/>
        <pc:sldMkLst>
          <pc:docMk/>
          <pc:sldMk cId="2880300476" sldId="2147473018"/>
        </pc:sldMkLst>
      </pc:sldChg>
      <pc:sldChg chg="addSp delSp modSp">
        <pc:chgData name="Jéssica Adelaide Uamusse  Lemos" userId="S::jessica.lemos@ins.gov.mz::f71c816b-40f9-494e-972e-3b361e1d7769" providerId="AD" clId="Web-{2BA1D400-6149-667F-2894-6E44893CB1F6}" dt="2025-11-19T19:58:13.068" v="50"/>
        <pc:sldMkLst>
          <pc:docMk/>
          <pc:sldMk cId="3980164847" sldId="2147473032"/>
        </pc:sldMkLst>
      </pc:sldChg>
      <pc:sldChg chg="addSp delSp modSp">
        <pc:chgData name="Jéssica Adelaide Uamusse  Lemos" userId="S::jessica.lemos@ins.gov.mz::f71c816b-40f9-494e-972e-3b361e1d7769" providerId="AD" clId="Web-{2BA1D400-6149-667F-2894-6E44893CB1F6}" dt="2025-11-19T19:49:57.710" v="49"/>
        <pc:sldMkLst>
          <pc:docMk/>
          <pc:sldMk cId="3559548786" sldId="2147473116"/>
        </pc:sldMkLst>
      </pc:sldChg>
      <pc:sldChg chg="addSp delSp modSp">
        <pc:chgData name="Jéssica Adelaide Uamusse  Lemos" userId="S::jessica.lemos@ins.gov.mz::f71c816b-40f9-494e-972e-3b361e1d7769" providerId="AD" clId="Web-{2BA1D400-6149-667F-2894-6E44893CB1F6}" dt="2025-11-19T19:36:58.526" v="21" actId="1076"/>
        <pc:sldMkLst>
          <pc:docMk/>
          <pc:sldMk cId="2990178748" sldId="2147473117"/>
        </pc:sldMkLst>
      </pc:sldChg>
    </pc:docChg>
  </pc:docChgLst>
  <pc:docChgLst>
    <pc:chgData name="Nuro Abilio" userId="S::nuro.abilio@ins.gov.mz::e964efca-3d07-4748-9c78-9ee244af0dee" providerId="AD" clId="Web-{07489F7C-956B-499C-8678-515614C036C0}"/>
    <pc:docChg chg="delSld modSld">
      <pc:chgData name="Nuro Abilio" userId="S::nuro.abilio@ins.gov.mz::e964efca-3d07-4748-9c78-9ee244af0dee" providerId="AD" clId="Web-{07489F7C-956B-499C-8678-515614C036C0}" dt="2025-11-27T00:47:16.571" v="220" actId="1076"/>
      <pc:docMkLst>
        <pc:docMk/>
      </pc:docMkLst>
      <pc:sldChg chg="addSp modSp">
        <pc:chgData name="Nuro Abilio" userId="S::nuro.abilio@ins.gov.mz::e964efca-3d07-4748-9c78-9ee244af0dee" providerId="AD" clId="Web-{07489F7C-956B-499C-8678-515614C036C0}" dt="2025-11-27T00:39:42.401" v="194" actId="1076"/>
        <pc:sldMkLst>
          <pc:docMk/>
          <pc:sldMk cId="3416123054" sldId="2147473100"/>
        </pc:sldMkLst>
        <pc:spChg chg="mod">
          <ac:chgData name="Nuro Abilio" userId="S::nuro.abilio@ins.gov.mz::e964efca-3d07-4748-9c78-9ee244af0dee" providerId="AD" clId="Web-{07489F7C-956B-499C-8678-515614C036C0}" dt="2025-11-27T00:35:17.241" v="179" actId="1076"/>
          <ac:spMkLst>
            <pc:docMk/>
            <pc:sldMk cId="3416123054" sldId="2147473100"/>
            <ac:spMk id="14" creationId="{DCC712CF-D760-3954-CB82-23806EBC6080}"/>
          </ac:spMkLst>
        </pc:spChg>
        <pc:spChg chg="mod">
          <ac:chgData name="Nuro Abilio" userId="S::nuro.abilio@ins.gov.mz::e964efca-3d07-4748-9c78-9ee244af0dee" providerId="AD" clId="Web-{07489F7C-956B-499C-8678-515614C036C0}" dt="2025-11-27T00:35:36.085" v="183" actId="1076"/>
          <ac:spMkLst>
            <pc:docMk/>
            <pc:sldMk cId="3416123054" sldId="2147473100"/>
            <ac:spMk id="15" creationId="{139102D8-EA62-CE16-38F7-F5BF744816A5}"/>
          </ac:spMkLst>
        </pc:spChg>
        <pc:picChg chg="mod">
          <ac:chgData name="Nuro Abilio" userId="S::nuro.abilio@ins.gov.mz::e964efca-3d07-4748-9c78-9ee244af0dee" providerId="AD" clId="Web-{07489F7C-956B-499C-8678-515614C036C0}" dt="2025-11-27T00:35:31.366" v="182" actId="1076"/>
          <ac:picMkLst>
            <pc:docMk/>
            <pc:sldMk cId="3416123054" sldId="2147473100"/>
            <ac:picMk id="6" creationId="{B9DB178F-4B07-24D0-21A4-2706F7E917CD}"/>
          </ac:picMkLst>
        </pc:picChg>
      </pc:sldChg>
      <pc:sldChg chg="addSp modSp">
        <pc:chgData name="Nuro Abilio" userId="S::nuro.abilio@ins.gov.mz::e964efca-3d07-4748-9c78-9ee244af0dee" providerId="AD" clId="Web-{07489F7C-956B-499C-8678-515614C036C0}" dt="2025-11-27T00:47:16.571" v="220" actId="1076"/>
        <pc:sldMkLst>
          <pc:docMk/>
          <pc:sldMk cId="746789507" sldId="2147473113"/>
        </pc:sldMkLst>
        <pc:spChg chg="add mod">
          <ac:chgData name="Nuro Abilio" userId="S::nuro.abilio@ins.gov.mz::e964efca-3d07-4748-9c78-9ee244af0dee" providerId="AD" clId="Web-{07489F7C-956B-499C-8678-515614C036C0}" dt="2025-11-27T00:47:16.571" v="220" actId="1076"/>
          <ac:spMkLst>
            <pc:docMk/>
            <pc:sldMk cId="746789507" sldId="2147473113"/>
            <ac:spMk id="9" creationId="{E03F0828-6179-2A5B-0FAA-6D462F182157}"/>
          </ac:spMkLst>
        </pc:spChg>
      </pc:sldChg>
    </pc:docChg>
  </pc:docChgLst>
  <pc:docChgLst>
    <pc:chgData name="Jéssica Adelaide Uamusse  Lemos" userId="S::jessica.lemos@ins.gov.mz::f71c816b-40f9-494e-972e-3b361e1d7769" providerId="AD" clId="Web-{964AE9C1-FADB-F183-6A0E-4AEA7E35B3DC}"/>
    <pc:docChg chg="addSld delSld modSld sldOrd">
      <pc:chgData name="Jéssica Adelaide Uamusse  Lemos" userId="S::jessica.lemos@ins.gov.mz::f71c816b-40f9-494e-972e-3b361e1d7769" providerId="AD" clId="Web-{964AE9C1-FADB-F183-6A0E-4AEA7E35B3DC}" dt="2025-11-06T07:11:49.896" v="374" actId="14100"/>
      <pc:docMkLst>
        <pc:docMk/>
      </pc:docMkLst>
      <pc:sldChg chg="addSp delSp modSp">
        <pc:chgData name="Jéssica Adelaide Uamusse  Lemos" userId="S::jessica.lemos@ins.gov.mz::f71c816b-40f9-494e-972e-3b361e1d7769" providerId="AD" clId="Web-{964AE9C1-FADB-F183-6A0E-4AEA7E35B3DC}" dt="2025-11-06T07:10:55.719" v="368" actId="14100"/>
        <pc:sldMkLst>
          <pc:docMk/>
          <pc:sldMk cId="2880300476" sldId="2147473018"/>
        </pc:sldMkLst>
      </pc:sldChg>
      <pc:sldChg chg="addSp delSp modSp">
        <pc:chgData name="Jéssica Adelaide Uamusse  Lemos" userId="S::jessica.lemos@ins.gov.mz::f71c816b-40f9-494e-972e-3b361e1d7769" providerId="AD" clId="Web-{964AE9C1-FADB-F183-6A0E-4AEA7E35B3DC}" dt="2025-11-06T06:50:21.376" v="312" actId="14100"/>
        <pc:sldMkLst>
          <pc:docMk/>
          <pc:sldMk cId="3980164847" sldId="2147473032"/>
        </pc:sldMkLst>
        <pc:spChg chg="mod">
          <ac:chgData name="Jéssica Adelaide Uamusse  Lemos" userId="S::jessica.lemos@ins.gov.mz::f71c816b-40f9-494e-972e-3b361e1d7769" providerId="AD" clId="Web-{964AE9C1-FADB-F183-6A0E-4AEA7E35B3DC}" dt="2025-11-06T06:43:56.279" v="295" actId="20577"/>
          <ac:spMkLst>
            <pc:docMk/>
            <pc:sldMk cId="3980164847" sldId="2147473032"/>
            <ac:spMk id="2" creationId="{9589527B-3E7C-C033-004D-FA1D32D17AC7}"/>
          </ac:spMkLst>
        </pc:spChg>
      </pc:sldChg>
      <pc:sldChg chg="add">
        <pc:chgData name="Jéssica Adelaide Uamusse  Lemos" userId="S::jessica.lemos@ins.gov.mz::f71c816b-40f9-494e-972e-3b361e1d7769" providerId="AD" clId="Web-{964AE9C1-FADB-F183-6A0E-4AEA7E35B3DC}" dt="2025-11-05T19:55:17.165" v="112"/>
        <pc:sldMkLst>
          <pc:docMk/>
          <pc:sldMk cId="1071439128" sldId="2147473071"/>
        </pc:sldMkLst>
      </pc:sldChg>
      <pc:sldChg chg="addSp delSp modSp">
        <pc:chgData name="Jéssica Adelaide Uamusse  Lemos" userId="S::jessica.lemos@ins.gov.mz::f71c816b-40f9-494e-972e-3b361e1d7769" providerId="AD" clId="Web-{964AE9C1-FADB-F183-6A0E-4AEA7E35B3DC}" dt="2025-11-06T06:59:57.744" v="337" actId="1076"/>
        <pc:sldMkLst>
          <pc:docMk/>
          <pc:sldMk cId="3946392377" sldId="2147473102"/>
        </pc:sldMkLst>
      </pc:sldChg>
      <pc:sldChg chg="addSp delSp modSp">
        <pc:chgData name="Jéssica Adelaide Uamusse  Lemos" userId="S::jessica.lemos@ins.gov.mz::f71c816b-40f9-494e-972e-3b361e1d7769" providerId="AD" clId="Web-{964AE9C1-FADB-F183-6A0E-4AEA7E35B3DC}" dt="2025-11-06T06:59:18.243" v="331" actId="14100"/>
        <pc:sldMkLst>
          <pc:docMk/>
          <pc:sldMk cId="3840496681" sldId="2147473103"/>
        </pc:sldMkLst>
      </pc:sldChg>
      <pc:sldChg chg="addSp delSp modSp">
        <pc:chgData name="Jéssica Adelaide Uamusse  Lemos" userId="S::jessica.lemos@ins.gov.mz::f71c816b-40f9-494e-972e-3b361e1d7769" providerId="AD" clId="Web-{964AE9C1-FADB-F183-6A0E-4AEA7E35B3DC}" dt="2025-11-06T07:11:49.896" v="374" actId="14100"/>
        <pc:sldMkLst>
          <pc:docMk/>
          <pc:sldMk cId="3559548786" sldId="2147473116"/>
        </pc:sldMkLst>
        <pc:spChg chg="mod">
          <ac:chgData name="Jéssica Adelaide Uamusse  Lemos" userId="S::jessica.lemos@ins.gov.mz::f71c816b-40f9-494e-972e-3b361e1d7769" providerId="AD" clId="Web-{964AE9C1-FADB-F183-6A0E-4AEA7E35B3DC}" dt="2025-11-06T06:50:00.844" v="307" actId="20577"/>
          <ac:spMkLst>
            <pc:docMk/>
            <pc:sldMk cId="3559548786" sldId="2147473116"/>
            <ac:spMk id="2" creationId="{F18CE5CA-087F-3447-189C-C211C38801FB}"/>
          </ac:spMkLst>
        </pc:spChg>
      </pc:sldChg>
      <pc:sldChg chg="addSp delSp modSp add replId">
        <pc:chgData name="Jéssica Adelaide Uamusse  Lemos" userId="S::jessica.lemos@ins.gov.mz::f71c816b-40f9-494e-972e-3b361e1d7769" providerId="AD" clId="Web-{964AE9C1-FADB-F183-6A0E-4AEA7E35B3DC}" dt="2025-11-06T07:06:11.138" v="354" actId="14100"/>
        <pc:sldMkLst>
          <pc:docMk/>
          <pc:sldMk cId="2990178748" sldId="2147473117"/>
        </pc:sldMkLst>
      </pc:sldChg>
      <pc:sldChg chg="addSp delSp modSp add ord replId">
        <pc:chgData name="Jéssica Adelaide Uamusse  Lemos" userId="S::jessica.lemos@ins.gov.mz::f71c816b-40f9-494e-972e-3b361e1d7769" providerId="AD" clId="Web-{964AE9C1-FADB-F183-6A0E-4AEA7E35B3DC}" dt="2025-11-05T20:49:07.259" v="233" actId="1076"/>
        <pc:sldMkLst>
          <pc:docMk/>
          <pc:sldMk cId="4052854067" sldId="2147473120"/>
        </pc:sldMkLst>
        <pc:spChg chg="mod">
          <ac:chgData name="Jéssica Adelaide Uamusse  Lemos" userId="S::jessica.lemos@ins.gov.mz::f71c816b-40f9-494e-972e-3b361e1d7769" providerId="AD" clId="Web-{964AE9C1-FADB-F183-6A0E-4AEA7E35B3DC}" dt="2025-11-05T20:49:07.259" v="233" actId="1076"/>
          <ac:spMkLst>
            <pc:docMk/>
            <pc:sldMk cId="4052854067" sldId="2147473120"/>
            <ac:spMk id="2" creationId="{5892288D-A1FA-809C-EA66-7759CA4CAC01}"/>
          </ac:spMkLst>
        </pc:spChg>
        <pc:picChg chg="add mod">
          <ac:chgData name="Jéssica Adelaide Uamusse  Lemos" userId="S::jessica.lemos@ins.gov.mz::f71c816b-40f9-494e-972e-3b361e1d7769" providerId="AD" clId="Web-{964AE9C1-FADB-F183-6A0E-4AEA7E35B3DC}" dt="2025-11-05T20:48:36.508" v="231" actId="14100"/>
          <ac:picMkLst>
            <pc:docMk/>
            <pc:sldMk cId="4052854067" sldId="2147473120"/>
            <ac:picMk id="4" creationId="{68B96FDA-69B0-2E76-B979-C03E4A6D120C}"/>
          </ac:picMkLst>
        </pc:picChg>
      </pc:sldChg>
      <pc:sldMasterChg chg="addSldLayout">
        <pc:chgData name="Jéssica Adelaide Uamusse  Lemos" userId="S::jessica.lemos@ins.gov.mz::f71c816b-40f9-494e-972e-3b361e1d7769" providerId="AD" clId="Web-{964AE9C1-FADB-F183-6A0E-4AEA7E35B3DC}" dt="2025-11-05T19:54:48.929" v="109"/>
        <pc:sldMasterMkLst>
          <pc:docMk/>
          <pc:sldMasterMk cId="2917360109" sldId="2147483648"/>
        </pc:sldMasterMkLst>
        <pc:sldLayoutChg chg="add">
          <pc:chgData name="Jéssica Adelaide Uamusse  Lemos" userId="S::jessica.lemos@ins.gov.mz::f71c816b-40f9-494e-972e-3b361e1d7769" providerId="AD" clId="Web-{964AE9C1-FADB-F183-6A0E-4AEA7E35B3DC}" dt="2025-11-05T19:54:48.929" v="109"/>
          <pc:sldLayoutMkLst>
            <pc:docMk/>
            <pc:sldMasterMk cId="2917360109" sldId="2147483648"/>
            <pc:sldLayoutMk cId="1857681865" sldId="2147483663"/>
          </pc:sldLayoutMkLst>
        </pc:sldLayoutChg>
      </pc:sldMasterChg>
    </pc:docChg>
  </pc:docChgLst>
  <pc:docChgLst>
    <pc:chgData name="Matilde Nhavane" userId="S::matilde.nhavane@ins.gov.mz::48cc1e09-b89d-4b15-bb58-248b6a472895" providerId="AD" clId="Web-{3A8ED6FA-E500-762C-99FC-2262BEBB7C67}"/>
    <pc:docChg chg="addSld delSld modSld">
      <pc:chgData name="Matilde Nhavane" userId="S::matilde.nhavane@ins.gov.mz::48cc1e09-b89d-4b15-bb58-248b6a472895" providerId="AD" clId="Web-{3A8ED6FA-E500-762C-99FC-2262BEBB7C67}" dt="2025-11-27T07:15:26.890" v="47"/>
      <pc:docMkLst>
        <pc:docMk/>
      </pc:docMkLst>
    </pc:docChg>
  </pc:docChgLst>
  <pc:docChgLst>
    <pc:chgData name="Jéssica Adelaide Uamusse  Lemos" userId="S::jessica.lemos@ins.gov.mz::f71c816b-40f9-494e-972e-3b361e1d7769" providerId="AD" clId="Web-{795204A6-C9E7-9FEC-FCB9-91D77F095912}"/>
    <pc:docChg chg="addSld delSld modSld">
      <pc:chgData name="Jéssica Adelaide Uamusse  Lemos" userId="S::jessica.lemos@ins.gov.mz::f71c816b-40f9-494e-972e-3b361e1d7769" providerId="AD" clId="Web-{795204A6-C9E7-9FEC-FCB9-91D77F095912}" dt="2025-11-20T09:11:07.436" v="47"/>
      <pc:docMkLst>
        <pc:docMk/>
      </pc:docMkLst>
      <pc:sldChg chg="addSp modSp">
        <pc:chgData name="Jéssica Adelaide Uamusse  Lemos" userId="S::jessica.lemos@ins.gov.mz::f71c816b-40f9-494e-972e-3b361e1d7769" providerId="AD" clId="Web-{795204A6-C9E7-9FEC-FCB9-91D77F095912}" dt="2025-11-20T08:12:44.416" v="21" actId="14100"/>
        <pc:sldMkLst>
          <pc:docMk/>
          <pc:sldMk cId="3980164847" sldId="2147473032"/>
        </pc:sldMkLst>
      </pc:sldChg>
      <pc:sldChg chg="add del">
        <pc:chgData name="Jéssica Adelaide Uamusse  Lemos" userId="S::jessica.lemos@ins.gov.mz::f71c816b-40f9-494e-972e-3b361e1d7769" providerId="AD" clId="Web-{795204A6-C9E7-9FEC-FCB9-91D77F095912}" dt="2025-11-20T08:25:47.502" v="36"/>
        <pc:sldMkLst>
          <pc:docMk/>
          <pc:sldMk cId="1071439128" sldId="2147473071"/>
        </pc:sldMkLst>
      </pc:sldChg>
      <pc:sldChg chg="addSp delSp modSp">
        <pc:chgData name="Jéssica Adelaide Uamusse  Lemos" userId="S::jessica.lemos@ins.gov.mz::f71c816b-40f9-494e-972e-3b361e1d7769" providerId="AD" clId="Web-{795204A6-C9E7-9FEC-FCB9-91D77F095912}" dt="2025-11-20T09:11:07.436" v="47"/>
        <pc:sldMkLst>
          <pc:docMk/>
          <pc:sldMk cId="3946392377" sldId="2147473102"/>
        </pc:sldMkLst>
      </pc:sldChg>
      <pc:sldChg chg="addSp modSp">
        <pc:chgData name="Jéssica Adelaide Uamusse  Lemos" userId="S::jessica.lemos@ins.gov.mz::f71c816b-40f9-494e-972e-3b361e1d7769" providerId="AD" clId="Web-{795204A6-C9E7-9FEC-FCB9-91D77F095912}" dt="2025-11-20T09:09:27.404" v="43" actId="14100"/>
        <pc:sldMkLst>
          <pc:docMk/>
          <pc:sldMk cId="3840496681" sldId="2147473103"/>
        </pc:sldMkLst>
      </pc:sldChg>
      <pc:sldChg chg="addSp modSp">
        <pc:chgData name="Jéssica Adelaide Uamusse  Lemos" userId="S::jessica.lemos@ins.gov.mz::f71c816b-40f9-494e-972e-3b361e1d7769" providerId="AD" clId="Web-{795204A6-C9E7-9FEC-FCB9-91D77F095912}" dt="2025-11-20T08:11:50.541" v="16" actId="14100"/>
        <pc:sldMkLst>
          <pc:docMk/>
          <pc:sldMk cId="3559548786" sldId="2147473116"/>
        </pc:sldMkLst>
      </pc:sldChg>
      <pc:sldChg chg="addSp modSp">
        <pc:chgData name="Jéssica Adelaide Uamusse  Lemos" userId="S::jessica.lemos@ins.gov.mz::f71c816b-40f9-494e-972e-3b361e1d7769" providerId="AD" clId="Web-{795204A6-C9E7-9FEC-FCB9-91D77F095912}" dt="2025-11-20T08:33:38.367" v="40" actId="14100"/>
        <pc:sldMkLst>
          <pc:docMk/>
          <pc:sldMk cId="990949914" sldId="2147473122"/>
        </pc:sldMkLst>
      </pc:sldChg>
      <pc:sldChg chg="add">
        <pc:chgData name="Jéssica Adelaide Uamusse  Lemos" userId="S::jessica.lemos@ins.gov.mz::f71c816b-40f9-494e-972e-3b361e1d7769" providerId="AD" clId="Web-{795204A6-C9E7-9FEC-FCB9-91D77F095912}" dt="2025-11-20T07:43:27.278" v="9"/>
        <pc:sldMkLst>
          <pc:docMk/>
          <pc:sldMk cId="1856100044" sldId="2147473128"/>
        </pc:sldMkLst>
      </pc:sldChg>
      <pc:sldChg chg="add">
        <pc:chgData name="Jéssica Adelaide Uamusse  Lemos" userId="S::jessica.lemos@ins.gov.mz::f71c816b-40f9-494e-972e-3b361e1d7769" providerId="AD" clId="Web-{795204A6-C9E7-9FEC-FCB9-91D77F095912}" dt="2025-11-20T08:10:45.462" v="11"/>
        <pc:sldMkLst>
          <pc:docMk/>
          <pc:sldMk cId="740540080" sldId="2147473129"/>
        </pc:sldMkLst>
      </pc:sldChg>
    </pc:docChg>
  </pc:docChgLst>
  <pc:docChgLst>
    <pc:chgData clId="Web-{73A0C7A8-51ED-E6CF-A1DE-B7A9B272C246}"/>
    <pc:docChg chg="modSld">
      <pc:chgData name="" userId="" providerId="" clId="Web-{73A0C7A8-51ED-E6CF-A1DE-B7A9B272C246}" dt="2025-11-26T16:21:44.046" v="1" actId="20577"/>
      <pc:docMkLst>
        <pc:docMk/>
      </pc:docMkLst>
      <pc:sldChg chg="modSp">
        <pc:chgData name="" userId="" providerId="" clId="Web-{73A0C7A8-51ED-E6CF-A1DE-B7A9B272C246}" dt="2025-11-26T16:21:44.046" v="1" actId="20577"/>
        <pc:sldMkLst>
          <pc:docMk/>
          <pc:sldMk cId="4043777627" sldId="282"/>
        </pc:sldMkLst>
        <pc:spChg chg="mod">
          <ac:chgData name="" userId="" providerId="" clId="Web-{73A0C7A8-51ED-E6CF-A1DE-B7A9B272C246}" dt="2025-11-26T16:21:44.046" v="1" actId="20577"/>
          <ac:spMkLst>
            <pc:docMk/>
            <pc:sldMk cId="4043777627" sldId="282"/>
            <ac:spMk id="4" creationId="{9BBE55FC-5546-27A5-8F7E-B997CD9CDBBB}"/>
          </ac:spMkLst>
        </pc:spChg>
      </pc:sldChg>
    </pc:docChg>
  </pc:docChgLst>
  <pc:docChgLst>
    <pc:chgData name="Nuro Abilio" userId="S::nuro.abilio@ins.gov.mz::e964efca-3d07-4748-9c78-9ee244af0dee" providerId="AD" clId="Web-{8013FA0A-91B1-4406-8A18-2DC7AD311752}"/>
    <pc:docChg chg="addSld delSld modSld sldOrd addSection delSection modSection">
      <pc:chgData name="Nuro Abilio" userId="S::nuro.abilio@ins.gov.mz::e964efca-3d07-4748-9c78-9ee244af0dee" providerId="AD" clId="Web-{8013FA0A-91B1-4406-8A18-2DC7AD311752}" dt="2025-12-04T05:53:42.957" v="137" actId="20577"/>
      <pc:docMkLst>
        <pc:docMk/>
      </pc:docMkLst>
      <pc:sldChg chg="addSp delSp modSp add">
        <pc:chgData name="Nuro Abilio" userId="S::nuro.abilio@ins.gov.mz::e964efca-3d07-4748-9c78-9ee244af0dee" providerId="AD" clId="Web-{8013FA0A-91B1-4406-8A18-2DC7AD311752}" dt="2025-12-04T05:52:56.736" v="136" actId="1076"/>
        <pc:sldMkLst>
          <pc:docMk/>
          <pc:sldMk cId="3386909521" sldId="2147473073"/>
        </pc:sldMkLst>
        <pc:spChg chg="del">
          <ac:chgData name="Nuro Abilio" userId="S::nuro.abilio@ins.gov.mz::e964efca-3d07-4748-9c78-9ee244af0dee" providerId="AD" clId="Web-{8013FA0A-91B1-4406-8A18-2DC7AD311752}" dt="2025-12-04T05:52:19.735" v="128"/>
          <ac:spMkLst>
            <pc:docMk/>
            <pc:sldMk cId="3386909521" sldId="2147473073"/>
            <ac:spMk id="2" creationId="{06431653-FE71-C763-F726-77B5D25B9094}"/>
          </ac:spMkLst>
        </pc:spChg>
        <pc:spChg chg="add mod">
          <ac:chgData name="Nuro Abilio" userId="S::nuro.abilio@ins.gov.mz::e964efca-3d07-4748-9c78-9ee244af0dee" providerId="AD" clId="Web-{8013FA0A-91B1-4406-8A18-2DC7AD311752}" dt="2025-12-04T05:52:56.736" v="136" actId="1076"/>
          <ac:spMkLst>
            <pc:docMk/>
            <pc:sldMk cId="3386909521" sldId="2147473073"/>
            <ac:spMk id="5" creationId="{3CEFCE58-C120-75B7-04ED-0C5D3700341F}"/>
          </ac:spMkLst>
        </pc:spChg>
        <pc:spChg chg="add mod">
          <ac:chgData name="Nuro Abilio" userId="S::nuro.abilio@ins.gov.mz::e964efca-3d07-4748-9c78-9ee244af0dee" providerId="AD" clId="Web-{8013FA0A-91B1-4406-8A18-2DC7AD311752}" dt="2025-12-04T05:52:27.798" v="130" actId="1076"/>
          <ac:spMkLst>
            <pc:docMk/>
            <pc:sldMk cId="3386909521" sldId="2147473073"/>
            <ac:spMk id="8" creationId="{8491F9E3-D27B-DE14-FF43-AAC694FB8FA1}"/>
          </ac:spMkLst>
        </pc:spChg>
        <pc:picChg chg="del">
          <ac:chgData name="Nuro Abilio" userId="S::nuro.abilio@ins.gov.mz::e964efca-3d07-4748-9c78-9ee244af0dee" providerId="AD" clId="Web-{8013FA0A-91B1-4406-8A18-2DC7AD311752}" dt="2025-12-04T05:50:13.761" v="117"/>
          <ac:picMkLst>
            <pc:docMk/>
            <pc:sldMk cId="3386909521" sldId="2147473073"/>
            <ac:picMk id="3" creationId="{0C023DC6-AFA7-F5AD-7E53-0D0BF4C57739}"/>
          </ac:picMkLst>
        </pc:picChg>
        <pc:picChg chg="add mod">
          <ac:chgData name="Nuro Abilio" userId="S::nuro.abilio@ins.gov.mz::e964efca-3d07-4748-9c78-9ee244af0dee" providerId="AD" clId="Web-{8013FA0A-91B1-4406-8A18-2DC7AD311752}" dt="2025-12-04T05:52:42.127" v="133" actId="1076"/>
          <ac:picMkLst>
            <pc:docMk/>
            <pc:sldMk cId="3386909521" sldId="2147473073"/>
            <ac:picMk id="6" creationId="{FCCB3AC8-1962-6619-A479-F66719E55D56}"/>
          </ac:picMkLst>
        </pc:picChg>
      </pc:sldChg>
      <pc:sldChg chg="modSp">
        <pc:chgData name="Nuro Abilio" userId="S::nuro.abilio@ins.gov.mz::e964efca-3d07-4748-9c78-9ee244af0dee" providerId="AD" clId="Web-{8013FA0A-91B1-4406-8A18-2DC7AD311752}" dt="2025-12-04T05:39:46.331" v="115" actId="20577"/>
        <pc:sldMkLst>
          <pc:docMk/>
          <pc:sldMk cId="3416123054" sldId="2147473100"/>
        </pc:sldMkLst>
        <pc:spChg chg="mod">
          <ac:chgData name="Nuro Abilio" userId="S::nuro.abilio@ins.gov.mz::e964efca-3d07-4748-9c78-9ee244af0dee" providerId="AD" clId="Web-{8013FA0A-91B1-4406-8A18-2DC7AD311752}" dt="2025-12-04T05:39:46.331" v="115" actId="20577"/>
          <ac:spMkLst>
            <pc:docMk/>
            <pc:sldMk cId="3416123054" sldId="2147473100"/>
            <ac:spMk id="8" creationId="{1413615A-CEDE-225D-F876-69EAAE9E8889}"/>
          </ac:spMkLst>
        </pc:spChg>
      </pc:sldChg>
      <pc:sldChg chg="modSp">
        <pc:chgData name="Nuro Abilio" userId="S::nuro.abilio@ins.gov.mz::e964efca-3d07-4748-9c78-9ee244af0dee" providerId="AD" clId="Web-{8013FA0A-91B1-4406-8A18-2DC7AD311752}" dt="2025-12-04T05:39:52.909" v="116" actId="20577"/>
        <pc:sldMkLst>
          <pc:docMk/>
          <pc:sldMk cId="746789507" sldId="2147473113"/>
        </pc:sldMkLst>
        <pc:spChg chg="mod">
          <ac:chgData name="Nuro Abilio" userId="S::nuro.abilio@ins.gov.mz::e964efca-3d07-4748-9c78-9ee244af0dee" providerId="AD" clId="Web-{8013FA0A-91B1-4406-8A18-2DC7AD311752}" dt="2025-12-04T05:39:52.909" v="116" actId="20577"/>
          <ac:spMkLst>
            <pc:docMk/>
            <pc:sldMk cId="746789507" sldId="2147473113"/>
            <ac:spMk id="9" creationId="{E03F0828-6179-2A5B-0FAA-6D462F182157}"/>
          </ac:spMkLst>
        </pc:spChg>
      </pc:sldChg>
      <pc:sldChg chg="modSp">
        <pc:chgData name="Nuro Abilio" userId="S::nuro.abilio@ins.gov.mz::e964efca-3d07-4748-9c78-9ee244af0dee" providerId="AD" clId="Web-{8013FA0A-91B1-4406-8A18-2DC7AD311752}" dt="2025-12-04T05:53:42.957" v="137" actId="20577"/>
        <pc:sldMkLst>
          <pc:docMk/>
          <pc:sldMk cId="1284642812" sldId="2147473114"/>
        </pc:sldMkLst>
        <pc:spChg chg="mod">
          <ac:chgData name="Nuro Abilio" userId="S::nuro.abilio@ins.gov.mz::e964efca-3d07-4748-9c78-9ee244af0dee" providerId="AD" clId="Web-{8013FA0A-91B1-4406-8A18-2DC7AD311752}" dt="2025-12-04T05:53:42.957" v="137" actId="20577"/>
          <ac:spMkLst>
            <pc:docMk/>
            <pc:sldMk cId="1284642812" sldId="2147473114"/>
            <ac:spMk id="7" creationId="{F0103E31-614A-E538-CA91-CD5B1CD4DF07}"/>
          </ac:spMkLst>
        </pc:spChg>
      </pc:sldChg>
      <pc:sldChg chg="delSp new del ord">
        <pc:chgData name="Nuro Abilio" userId="S::nuro.abilio@ins.gov.mz::e964efca-3d07-4748-9c78-9ee244af0dee" providerId="AD" clId="Web-{8013FA0A-91B1-4406-8A18-2DC7AD311752}" dt="2025-12-04T05:33:55.539" v="7"/>
        <pc:sldMkLst>
          <pc:docMk/>
          <pc:sldMk cId="458242097" sldId="2147473143"/>
        </pc:sldMkLst>
        <pc:spChg chg="del">
          <ac:chgData name="Nuro Abilio" userId="S::nuro.abilio@ins.gov.mz::e964efca-3d07-4748-9c78-9ee244af0dee" providerId="AD" clId="Web-{8013FA0A-91B1-4406-8A18-2DC7AD311752}" dt="2025-12-04T05:30:47.091" v="5"/>
          <ac:spMkLst>
            <pc:docMk/>
            <pc:sldMk cId="458242097" sldId="2147473143"/>
            <ac:spMk id="4" creationId="{987D004B-BBA5-21B5-8A4D-7AF2A109654E}"/>
          </ac:spMkLst>
        </pc:spChg>
      </pc:sldChg>
    </pc:docChg>
  </pc:docChgLst>
  <pc:docChgLst>
    <pc:chgData name="Joana Augusto Reis" userId="S::joana.reis@ins.gov.mz::d7b9bd60-9a07-406c-a528-7878da91b2c6" providerId="AD" clId="Web-{7B088B09-FF27-2754-54FA-9FF9BA22061A}"/>
    <pc:docChg chg="modSld">
      <pc:chgData name="Joana Augusto Reis" userId="S::joana.reis@ins.gov.mz::d7b9bd60-9a07-406c-a528-7878da91b2c6" providerId="AD" clId="Web-{7B088B09-FF27-2754-54FA-9FF9BA22061A}" dt="2025-11-05T12:08:06.595" v="17" actId="20577"/>
      <pc:docMkLst>
        <pc:docMk/>
      </pc:docMkLst>
      <pc:sldChg chg="modSp">
        <pc:chgData name="Joana Augusto Reis" userId="S::joana.reis@ins.gov.mz::d7b9bd60-9a07-406c-a528-7878da91b2c6" providerId="AD" clId="Web-{7B088B09-FF27-2754-54FA-9FF9BA22061A}" dt="2025-11-05T12:08:06.595" v="17" actId="20577"/>
        <pc:sldMkLst>
          <pc:docMk/>
          <pc:sldMk cId="4043777627" sldId="282"/>
        </pc:sldMkLst>
        <pc:spChg chg="mod">
          <ac:chgData name="Joana Augusto Reis" userId="S::joana.reis@ins.gov.mz::d7b9bd60-9a07-406c-a528-7878da91b2c6" providerId="AD" clId="Web-{7B088B09-FF27-2754-54FA-9FF9BA22061A}" dt="2025-11-05T12:08:06.595" v="17" actId="20577"/>
          <ac:spMkLst>
            <pc:docMk/>
            <pc:sldMk cId="4043777627" sldId="282"/>
            <ac:spMk id="4" creationId="{9BBE55FC-5546-27A5-8F7E-B997CD9CDBBB}"/>
          </ac:spMkLst>
        </pc:spChg>
      </pc:sldChg>
    </pc:docChg>
  </pc:docChgLst>
  <pc:docChgLst>
    <pc:chgData name="Mussagy Quimice" userId="S::mussagy.quimice@ins.gov.mz::a53779cf-0d3c-4a30-b533-d0185a7add5c" providerId="AD" clId="Web-{68D08E57-E193-9A90-71D0-F3FDE0E0750F}"/>
    <pc:docChg chg="addSld delSld modSld sldOrd">
      <pc:chgData name="Mussagy Quimice" userId="S::mussagy.quimice@ins.gov.mz::a53779cf-0d3c-4a30-b533-d0185a7add5c" providerId="AD" clId="Web-{68D08E57-E193-9A90-71D0-F3FDE0E0750F}" dt="2025-11-06T06:24:09.292" v="354" actId="14100"/>
      <pc:docMkLst>
        <pc:docMk/>
      </pc:docMkLst>
      <pc:sldChg chg="addSp delSp modSp">
        <pc:chgData name="Mussagy Quimice" userId="S::mussagy.quimice@ins.gov.mz::a53779cf-0d3c-4a30-b533-d0185a7add5c" providerId="AD" clId="Web-{68D08E57-E193-9A90-71D0-F3FDE0E0750F}" dt="2025-11-05T20:17:08.391" v="102" actId="14100"/>
        <pc:sldMkLst>
          <pc:docMk/>
          <pc:sldMk cId="2487399260" sldId="2147473022"/>
        </pc:sldMkLst>
      </pc:sldChg>
      <pc:sldChg chg="addSp delSp modSp">
        <pc:chgData name="Mussagy Quimice" userId="S::mussagy.quimice@ins.gov.mz::a53779cf-0d3c-4a30-b533-d0185a7add5c" providerId="AD" clId="Web-{68D08E57-E193-9A90-71D0-F3FDE0E0750F}" dt="2025-11-05T20:21:51.520" v="115" actId="14100"/>
        <pc:sldMkLst>
          <pc:docMk/>
          <pc:sldMk cId="2200921952" sldId="2147473024"/>
        </pc:sldMkLst>
      </pc:sldChg>
      <pc:sldChg chg="addSp delSp modSp">
        <pc:chgData name="Mussagy Quimice" userId="S::mussagy.quimice@ins.gov.mz::a53779cf-0d3c-4a30-b533-d0185a7add5c" providerId="AD" clId="Web-{68D08E57-E193-9A90-71D0-F3FDE0E0750F}" dt="2025-11-06T06:17:19.667" v="342" actId="20577"/>
        <pc:sldMkLst>
          <pc:docMk/>
          <pc:sldMk cId="1071439128" sldId="2147473071"/>
        </pc:sldMkLst>
        <pc:spChg chg="mod">
          <ac:chgData name="Mussagy Quimice" userId="S::mussagy.quimice@ins.gov.mz::a53779cf-0d3c-4a30-b533-d0185a7add5c" providerId="AD" clId="Web-{68D08E57-E193-9A90-71D0-F3FDE0E0750F}" dt="2025-11-06T06:17:19.667" v="342" actId="20577"/>
          <ac:spMkLst>
            <pc:docMk/>
            <pc:sldMk cId="1071439128" sldId="2147473071"/>
            <ac:spMk id="2" creationId="{704841AD-9D11-3522-4F9B-E2DDCC7B8AD6}"/>
          </ac:spMkLst>
        </pc:spChg>
        <pc:spChg chg="ord">
          <ac:chgData name="Mussagy Quimice" userId="S::mussagy.quimice@ins.gov.mz::a53779cf-0d3c-4a30-b533-d0185a7add5c" providerId="AD" clId="Web-{68D08E57-E193-9A90-71D0-F3FDE0E0750F}" dt="2025-11-05T20:10:59.849" v="48"/>
          <ac:spMkLst>
            <pc:docMk/>
            <pc:sldMk cId="1071439128" sldId="2147473071"/>
            <ac:spMk id="3" creationId="{D9A0E389-022B-CCE4-4941-CBA128528A89}"/>
          </ac:spMkLst>
        </pc:spChg>
      </pc:sldChg>
      <pc:sldChg chg="addSp delSp modSp add ord replId">
        <pc:chgData name="Mussagy Quimice" userId="S::mussagy.quimice@ins.gov.mz::a53779cf-0d3c-4a30-b533-d0185a7add5c" providerId="AD" clId="Web-{68D08E57-E193-9A90-71D0-F3FDE0E0750F}" dt="2025-11-06T06:22:54.836" v="352" actId="14100"/>
        <pc:sldMkLst>
          <pc:docMk/>
          <pc:sldMk cId="990949914" sldId="2147473122"/>
        </pc:sldMkLst>
        <pc:spChg chg="mod">
          <ac:chgData name="Mussagy Quimice" userId="S::mussagy.quimice@ins.gov.mz::a53779cf-0d3c-4a30-b533-d0185a7add5c" providerId="AD" clId="Web-{68D08E57-E193-9A90-71D0-F3FDE0E0750F}" dt="2025-11-06T05:46:39.806" v="203" actId="20577"/>
          <ac:spMkLst>
            <pc:docMk/>
            <pc:sldMk cId="990949914" sldId="2147473122"/>
            <ac:spMk id="2" creationId="{BD2D9605-93F6-01EF-5816-87FAE80CD1DC}"/>
          </ac:spMkLst>
        </pc:spChg>
      </pc:sldChg>
      <pc:sldChg chg="addSp delSp modSp add ord replId">
        <pc:chgData name="Mussagy Quimice" userId="S::mussagy.quimice@ins.gov.mz::a53779cf-0d3c-4a30-b533-d0185a7add5c" providerId="AD" clId="Web-{68D08E57-E193-9A90-71D0-F3FDE0E0750F}" dt="2025-11-06T06:21:35.849" v="348" actId="14100"/>
        <pc:sldMkLst>
          <pc:docMk/>
          <pc:sldMk cId="3453473638" sldId="2147473123"/>
        </pc:sldMkLst>
        <pc:spChg chg="mod">
          <ac:chgData name="Mussagy Quimice" userId="S::mussagy.quimice@ins.gov.mz::a53779cf-0d3c-4a30-b533-d0185a7add5c" providerId="AD" clId="Web-{68D08E57-E193-9A90-71D0-F3FDE0E0750F}" dt="2025-11-06T05:45:30.553" v="201" actId="20577"/>
          <ac:spMkLst>
            <pc:docMk/>
            <pc:sldMk cId="3453473638" sldId="2147473123"/>
            <ac:spMk id="2" creationId="{4CB22D92-5D90-BDD3-5AAF-76B9BDBD8325}"/>
          </ac:spMkLst>
        </pc:spChg>
      </pc:sldChg>
    </pc:docChg>
  </pc:docChgLst>
  <pc:docChgLst>
    <pc:chgData name="Jéssica Adelaide Uamusse  Lemos" userId="S::jessica.lemos@ins.gov.mz::f71c816b-40f9-494e-972e-3b361e1d7769" providerId="AD" clId="Web-{47C276D7-B500-3BDD-8DCA-0D68AE56F482}"/>
    <pc:docChg chg="addSld delSld modSld sldOrd">
      <pc:chgData name="Jéssica Adelaide Uamusse  Lemos" userId="S::jessica.lemos@ins.gov.mz::f71c816b-40f9-494e-972e-3b361e1d7769" providerId="AD" clId="Web-{47C276D7-B500-3BDD-8DCA-0D68AE56F482}" dt="2025-11-27T08:16:35.712" v="18"/>
      <pc:docMkLst>
        <pc:docMk/>
      </pc:docMkLst>
    </pc:docChg>
  </pc:docChgLst>
  <pc:docChgLst>
    <pc:chgData name="Mussagy Quimice" userId="S::mussagy.quimice@ins.gov.mz::a53779cf-0d3c-4a30-b533-d0185a7add5c" providerId="AD" clId="Web-{40BC6105-0A72-8580-8336-87897713166E}"/>
    <pc:docChg chg="addSld delSld modSld">
      <pc:chgData name="Mussagy Quimice" userId="S::mussagy.quimice@ins.gov.mz::a53779cf-0d3c-4a30-b533-d0185a7add5c" providerId="AD" clId="Web-{40BC6105-0A72-8580-8336-87897713166E}" dt="2025-11-26T20:43:54.162" v="24"/>
      <pc:docMkLst>
        <pc:docMk/>
      </pc:docMkLst>
      <pc:sldChg chg="addSp delSp modSp">
        <pc:chgData name="Mussagy Quimice" userId="S::mussagy.quimice@ins.gov.mz::a53779cf-0d3c-4a30-b533-d0185a7add5c" providerId="AD" clId="Web-{40BC6105-0A72-8580-8336-87897713166E}" dt="2025-11-26T20:41:41.189" v="9"/>
        <pc:sldMkLst>
          <pc:docMk/>
          <pc:sldMk cId="990949914" sldId="2147473122"/>
        </pc:sldMkLst>
      </pc:sldChg>
      <pc:sldChg chg="addSp delSp modSp">
        <pc:chgData name="Mussagy Quimice" userId="S::mussagy.quimice@ins.gov.mz::a53779cf-0d3c-4a30-b533-d0185a7add5c" providerId="AD" clId="Web-{40BC6105-0A72-8580-8336-87897713166E}" dt="2025-11-26T20:43:54.162" v="24"/>
        <pc:sldMkLst>
          <pc:docMk/>
          <pc:sldMk cId="3453473638" sldId="2147473123"/>
        </pc:sldMkLst>
      </pc:sldChg>
    </pc:docChg>
  </pc:docChgLst>
  <pc:docChgLst>
    <pc:chgData name="Matilde Nhavane" userId="S::matilde.nhavane@ins.gov.mz::48cc1e09-b89d-4b15-bb58-248b6a472895" providerId="AD" clId="Web-{D5E4870A-8CA0-A9B0-5E42-590C0AE4E498}"/>
    <pc:docChg chg="addSld delSld modSld sldOrd">
      <pc:chgData name="Matilde Nhavane" userId="S::matilde.nhavane@ins.gov.mz::48cc1e09-b89d-4b15-bb58-248b6a472895" providerId="AD" clId="Web-{D5E4870A-8CA0-A9B0-5E42-590C0AE4E498}" dt="2025-12-03T19:08:50.842" v="478"/>
      <pc:docMkLst>
        <pc:docMk/>
      </pc:docMkLst>
      <pc:sldChg chg="addSp delSp modSp">
        <pc:chgData name="Matilde Nhavane" userId="S::matilde.nhavane@ins.gov.mz::48cc1e09-b89d-4b15-bb58-248b6a472895" providerId="AD" clId="Web-{D5E4870A-8CA0-A9B0-5E42-590C0AE4E498}" dt="2025-12-03T18:49:40.767" v="7"/>
        <pc:sldMkLst>
          <pc:docMk/>
          <pc:sldMk cId="3416123054" sldId="2147473100"/>
        </pc:sldMkLst>
        <pc:picChg chg="add del mod">
          <ac:chgData name="Matilde Nhavane" userId="S::matilde.nhavane@ins.gov.mz::48cc1e09-b89d-4b15-bb58-248b6a472895" providerId="AD" clId="Web-{D5E4870A-8CA0-A9B0-5E42-590C0AE4E498}" dt="2025-12-03T18:49:40.767" v="7"/>
          <ac:picMkLst>
            <pc:docMk/>
            <pc:sldMk cId="3416123054" sldId="2147473100"/>
            <ac:picMk id="5" creationId="{ACD405BE-BBEB-0214-469F-680457AB8DA1}"/>
          </ac:picMkLst>
        </pc:picChg>
      </pc:sldChg>
      <pc:sldChg chg="addSp delSp modSp new ord">
        <pc:chgData name="Matilde Nhavane" userId="S::matilde.nhavane@ins.gov.mz::48cc1e09-b89d-4b15-bb58-248b6a472895" providerId="AD" clId="Web-{D5E4870A-8CA0-A9B0-5E42-590C0AE4E498}" dt="2025-12-03T18:56:10.407" v="47" actId="14100"/>
        <pc:sldMkLst>
          <pc:docMk/>
          <pc:sldMk cId="26273190" sldId="2147473136"/>
        </pc:sldMkLst>
        <pc:spChg chg="mod">
          <ac:chgData name="Matilde Nhavane" userId="S::matilde.nhavane@ins.gov.mz::48cc1e09-b89d-4b15-bb58-248b6a472895" providerId="AD" clId="Web-{D5E4870A-8CA0-A9B0-5E42-590C0AE4E498}" dt="2025-12-03T18:50:45.911" v="13" actId="20577"/>
          <ac:spMkLst>
            <pc:docMk/>
            <pc:sldMk cId="26273190" sldId="2147473136"/>
            <ac:spMk id="2" creationId="{5A7292D9-6576-6BF6-E0A9-789F561804FF}"/>
          </ac:spMkLst>
        </pc:spChg>
        <pc:spChg chg="mod">
          <ac:chgData name="Matilde Nhavane" userId="S::matilde.nhavane@ins.gov.mz::48cc1e09-b89d-4b15-bb58-248b6a472895" providerId="AD" clId="Web-{D5E4870A-8CA0-A9B0-5E42-590C0AE4E498}" dt="2025-12-03T18:51:31.835" v="36" actId="20577"/>
          <ac:spMkLst>
            <pc:docMk/>
            <pc:sldMk cId="26273190" sldId="2147473136"/>
            <ac:spMk id="3" creationId="{B17C8E3C-9178-8614-CF88-755A74F900DF}"/>
          </ac:spMkLst>
        </pc:spChg>
        <pc:spChg chg="add del">
          <ac:chgData name="Matilde Nhavane" userId="S::matilde.nhavane@ins.gov.mz::48cc1e09-b89d-4b15-bb58-248b6a472895" providerId="AD" clId="Web-{D5E4870A-8CA0-A9B0-5E42-590C0AE4E498}" dt="2025-12-03T18:51:48.289" v="37"/>
          <ac:spMkLst>
            <pc:docMk/>
            <pc:sldMk cId="26273190" sldId="2147473136"/>
            <ac:spMk id="4" creationId="{9C7DAB3D-1B85-EB8C-135D-D64C520CCDC0}"/>
          </ac:spMkLst>
        </pc:spChg>
        <pc:spChg chg="add del mod">
          <ac:chgData name="Matilde Nhavane" userId="S::matilde.nhavane@ins.gov.mz::48cc1e09-b89d-4b15-bb58-248b6a472895" providerId="AD" clId="Web-{D5E4870A-8CA0-A9B0-5E42-590C0AE4E498}" dt="2025-12-03T18:55:55.125" v="41"/>
          <ac:spMkLst>
            <pc:docMk/>
            <pc:sldMk cId="26273190" sldId="2147473136"/>
            <ac:spMk id="8" creationId="{44CE6E3C-6DC2-3BB5-0DE6-78852C65924E}"/>
          </ac:spMkLst>
        </pc:spChg>
        <pc:picChg chg="add del mod ord">
          <ac:chgData name="Matilde Nhavane" userId="S::matilde.nhavane@ins.gov.mz::48cc1e09-b89d-4b15-bb58-248b6a472895" providerId="AD" clId="Web-{D5E4870A-8CA0-A9B0-5E42-590C0AE4E498}" dt="2025-12-03T18:50:31.629" v="11"/>
          <ac:picMkLst>
            <pc:docMk/>
            <pc:sldMk cId="26273190" sldId="2147473136"/>
            <ac:picMk id="5" creationId="{82207BF8-4E55-4BDE-50C6-CCC48719CDB5}"/>
          </ac:picMkLst>
        </pc:picChg>
        <pc:picChg chg="add del mod ord">
          <ac:chgData name="Matilde Nhavane" userId="S::matilde.nhavane@ins.gov.mz::48cc1e09-b89d-4b15-bb58-248b6a472895" providerId="AD" clId="Web-{D5E4870A-8CA0-A9B0-5E42-590C0AE4E498}" dt="2025-12-03T18:51:59.024" v="40"/>
          <ac:picMkLst>
            <pc:docMk/>
            <pc:sldMk cId="26273190" sldId="2147473136"/>
            <ac:picMk id="6" creationId="{3BF3CEE1-665B-1C17-D857-3241776CA41B}"/>
          </ac:picMkLst>
        </pc:picChg>
        <pc:picChg chg="add mod ord">
          <ac:chgData name="Matilde Nhavane" userId="S::matilde.nhavane@ins.gov.mz::48cc1e09-b89d-4b15-bb58-248b6a472895" providerId="AD" clId="Web-{D5E4870A-8CA0-A9B0-5E42-590C0AE4E498}" dt="2025-12-03T18:56:10.407" v="47" actId="14100"/>
          <ac:picMkLst>
            <pc:docMk/>
            <pc:sldMk cId="26273190" sldId="2147473136"/>
            <ac:picMk id="9" creationId="{D0E4160F-5905-0A5A-C91B-4E9E4CB75DF0}"/>
          </ac:picMkLst>
        </pc:picChg>
      </pc:sldChg>
      <pc:sldChg chg="addSp delSp modSp new del">
        <pc:chgData name="Matilde Nhavane" userId="S::matilde.nhavane@ins.gov.mz::48cc1e09-b89d-4b15-bb58-248b6a472895" providerId="AD" clId="Web-{D5E4870A-8CA0-A9B0-5E42-590C0AE4E498}" dt="2025-12-03T18:49:33.376" v="5"/>
        <pc:sldMkLst>
          <pc:docMk/>
          <pc:sldMk cId="380846197" sldId="2147473136"/>
        </pc:sldMkLst>
        <pc:spChg chg="add del">
          <ac:chgData name="Matilde Nhavane" userId="S::matilde.nhavane@ins.gov.mz::48cc1e09-b89d-4b15-bb58-248b6a472895" providerId="AD" clId="Web-{D5E4870A-8CA0-A9B0-5E42-590C0AE4E498}" dt="2025-12-03T18:49:30.735" v="4"/>
          <ac:spMkLst>
            <pc:docMk/>
            <pc:sldMk cId="380846197" sldId="2147473136"/>
            <ac:spMk id="4" creationId="{CC21106C-9F44-8582-C874-AC45228D7017}"/>
          </ac:spMkLst>
        </pc:spChg>
        <pc:picChg chg="add del mod ord">
          <ac:chgData name="Matilde Nhavane" userId="S::matilde.nhavane@ins.gov.mz::48cc1e09-b89d-4b15-bb58-248b6a472895" providerId="AD" clId="Web-{D5E4870A-8CA0-A9B0-5E42-590C0AE4E498}" dt="2025-12-03T18:49:30.735" v="4"/>
          <ac:picMkLst>
            <pc:docMk/>
            <pc:sldMk cId="380846197" sldId="2147473136"/>
            <ac:picMk id="5" creationId="{4E709842-B0DA-C1CF-E734-9D88EE98EFD7}"/>
          </ac:picMkLst>
        </pc:picChg>
      </pc:sldChg>
      <pc:sldChg chg="addSp modSp new">
        <pc:chgData name="Matilde Nhavane" userId="S::matilde.nhavane@ins.gov.mz::48cc1e09-b89d-4b15-bb58-248b6a472895" providerId="AD" clId="Web-{D5E4870A-8CA0-A9B0-5E42-590C0AE4E498}" dt="2025-12-03T18:57:08.095" v="51"/>
        <pc:sldMkLst>
          <pc:docMk/>
          <pc:sldMk cId="2546484779" sldId="2147473137"/>
        </pc:sldMkLst>
        <pc:spChg chg="mod">
          <ac:chgData name="Matilde Nhavane" userId="S::matilde.nhavane@ins.gov.mz::48cc1e09-b89d-4b15-bb58-248b6a472895" providerId="AD" clId="Web-{D5E4870A-8CA0-A9B0-5E42-590C0AE4E498}" dt="2025-12-03T18:56:58.236" v="50" actId="20577"/>
          <ac:spMkLst>
            <pc:docMk/>
            <pc:sldMk cId="2546484779" sldId="2147473137"/>
            <ac:spMk id="2" creationId="{087695DE-9F1C-476B-E299-CE95C22647D9}"/>
          </ac:spMkLst>
        </pc:spChg>
        <pc:picChg chg="add mod">
          <ac:chgData name="Matilde Nhavane" userId="S::matilde.nhavane@ins.gov.mz::48cc1e09-b89d-4b15-bb58-248b6a472895" providerId="AD" clId="Web-{D5E4870A-8CA0-A9B0-5E42-590C0AE4E498}" dt="2025-12-03T18:57:08.095" v="51"/>
          <ac:picMkLst>
            <pc:docMk/>
            <pc:sldMk cId="2546484779" sldId="2147473137"/>
            <ac:picMk id="4" creationId="{140F1334-2A30-80C0-7E1C-B8B4D2646891}"/>
          </ac:picMkLst>
        </pc:picChg>
      </pc:sldChg>
      <pc:sldChg chg="addSp modSp new">
        <pc:chgData name="Matilde Nhavane" userId="S::matilde.nhavane@ins.gov.mz::48cc1e09-b89d-4b15-bb58-248b6a472895" providerId="AD" clId="Web-{D5E4870A-8CA0-A9B0-5E42-590C0AE4E498}" dt="2025-12-03T18:57:54.831" v="57" actId="14100"/>
        <pc:sldMkLst>
          <pc:docMk/>
          <pc:sldMk cId="1449344197" sldId="2147473138"/>
        </pc:sldMkLst>
        <pc:spChg chg="mod">
          <ac:chgData name="Matilde Nhavane" userId="S::matilde.nhavane@ins.gov.mz::48cc1e09-b89d-4b15-bb58-248b6a472895" providerId="AD" clId="Web-{D5E4870A-8CA0-A9B0-5E42-590C0AE4E498}" dt="2025-12-03T18:57:43.580" v="54" actId="20577"/>
          <ac:spMkLst>
            <pc:docMk/>
            <pc:sldMk cId="1449344197" sldId="2147473138"/>
            <ac:spMk id="2" creationId="{47105BAC-1AA1-98D0-A603-1D4FC4D2F9DA}"/>
          </ac:spMkLst>
        </pc:spChg>
        <pc:picChg chg="add mod">
          <ac:chgData name="Matilde Nhavane" userId="S::matilde.nhavane@ins.gov.mz::48cc1e09-b89d-4b15-bb58-248b6a472895" providerId="AD" clId="Web-{D5E4870A-8CA0-A9B0-5E42-590C0AE4E498}" dt="2025-12-03T18:57:54.831" v="57" actId="14100"/>
          <ac:picMkLst>
            <pc:docMk/>
            <pc:sldMk cId="1449344197" sldId="2147473138"/>
            <ac:picMk id="4" creationId="{E5F12719-4123-8BE3-6EA9-A230C4C60C34}"/>
          </ac:picMkLst>
        </pc:picChg>
      </pc:sldChg>
      <pc:sldChg chg="addSp modSp new">
        <pc:chgData name="Matilde Nhavane" userId="S::matilde.nhavane@ins.gov.mz::48cc1e09-b89d-4b15-bb58-248b6a472895" providerId="AD" clId="Web-{D5E4870A-8CA0-A9B0-5E42-590C0AE4E498}" dt="2025-12-03T18:59:00.347" v="65" actId="14100"/>
        <pc:sldMkLst>
          <pc:docMk/>
          <pc:sldMk cId="2157330353" sldId="2147473139"/>
        </pc:sldMkLst>
        <pc:spChg chg="mod">
          <ac:chgData name="Matilde Nhavane" userId="S::matilde.nhavane@ins.gov.mz::48cc1e09-b89d-4b15-bb58-248b6a472895" providerId="AD" clId="Web-{D5E4870A-8CA0-A9B0-5E42-590C0AE4E498}" dt="2025-12-03T18:58:43.363" v="60" actId="20577"/>
          <ac:spMkLst>
            <pc:docMk/>
            <pc:sldMk cId="2157330353" sldId="2147473139"/>
            <ac:spMk id="2" creationId="{7E64435E-B216-8498-7AE8-C4669D1A1B9B}"/>
          </ac:spMkLst>
        </pc:spChg>
        <pc:picChg chg="add mod">
          <ac:chgData name="Matilde Nhavane" userId="S::matilde.nhavane@ins.gov.mz::48cc1e09-b89d-4b15-bb58-248b6a472895" providerId="AD" clId="Web-{D5E4870A-8CA0-A9B0-5E42-590C0AE4E498}" dt="2025-12-03T18:59:00.347" v="65" actId="14100"/>
          <ac:picMkLst>
            <pc:docMk/>
            <pc:sldMk cId="2157330353" sldId="2147473139"/>
            <ac:picMk id="4" creationId="{BA3FAC1D-7F23-84BE-3BF8-7C66C7220443}"/>
          </ac:picMkLst>
        </pc:picChg>
      </pc:sldChg>
      <pc:sldChg chg="addSp delSp modSp new del">
        <pc:chgData name="Matilde Nhavane" userId="S::matilde.nhavane@ins.gov.mz::48cc1e09-b89d-4b15-bb58-248b6a472895" providerId="AD" clId="Web-{D5E4870A-8CA0-A9B0-5E42-590C0AE4E498}" dt="2025-12-03T19:01:30.849" v="91"/>
        <pc:sldMkLst>
          <pc:docMk/>
          <pc:sldMk cId="650248191" sldId="2147473140"/>
        </pc:sldMkLst>
        <pc:spChg chg="mod">
          <ac:chgData name="Matilde Nhavane" userId="S::matilde.nhavane@ins.gov.mz::48cc1e09-b89d-4b15-bb58-248b6a472895" providerId="AD" clId="Web-{D5E4870A-8CA0-A9B0-5E42-590C0AE4E498}" dt="2025-12-03T19:01:27.380" v="89" actId="20577"/>
          <ac:spMkLst>
            <pc:docMk/>
            <pc:sldMk cId="650248191" sldId="2147473140"/>
            <ac:spMk id="2" creationId="{04F99BDA-5932-9FA9-545C-EDCE76BED615}"/>
          </ac:spMkLst>
        </pc:spChg>
        <pc:graphicFrameChg chg="add del mod">
          <ac:chgData name="Matilde Nhavane" userId="S::matilde.nhavane@ins.gov.mz::48cc1e09-b89d-4b15-bb58-248b6a472895" providerId="AD" clId="Web-{D5E4870A-8CA0-A9B0-5E42-590C0AE4E498}" dt="2025-12-03T19:00:26.630" v="76"/>
          <ac:graphicFrameMkLst>
            <pc:docMk/>
            <pc:sldMk cId="650248191" sldId="2147473140"/>
            <ac:graphicFrameMk id="5" creationId="{BEA34420-71B1-1383-9CE1-A9848057619F}"/>
          </ac:graphicFrameMkLst>
        </pc:graphicFrameChg>
        <pc:graphicFrameChg chg="add del">
          <ac:chgData name="Matilde Nhavane" userId="S::matilde.nhavane@ins.gov.mz::48cc1e09-b89d-4b15-bb58-248b6a472895" providerId="AD" clId="Web-{D5E4870A-8CA0-A9B0-5E42-590C0AE4E498}" dt="2025-12-03T19:00:22.333" v="75"/>
          <ac:graphicFrameMkLst>
            <pc:docMk/>
            <pc:sldMk cId="650248191" sldId="2147473140"/>
            <ac:graphicFrameMk id="7" creationId="{9FE811B9-D576-FAA0-1CB8-6B42B1AF4D58}"/>
          </ac:graphicFrameMkLst>
        </pc:graphicFrameChg>
        <pc:graphicFrameChg chg="add del mod">
          <ac:chgData name="Matilde Nhavane" userId="S::matilde.nhavane@ins.gov.mz::48cc1e09-b89d-4b15-bb58-248b6a472895" providerId="AD" clId="Web-{D5E4870A-8CA0-A9B0-5E42-590C0AE4E498}" dt="2025-12-03T19:00:43.927" v="83"/>
          <ac:graphicFrameMkLst>
            <pc:docMk/>
            <pc:sldMk cId="650248191" sldId="2147473140"/>
            <ac:graphicFrameMk id="11" creationId="{62EB5D98-01F0-C059-6CA0-4E1E5F221FA9}"/>
          </ac:graphicFrameMkLst>
        </pc:graphicFrameChg>
        <pc:inkChg chg="add del">
          <ac:chgData name="Matilde Nhavane" userId="S::matilde.nhavane@ins.gov.mz::48cc1e09-b89d-4b15-bb58-248b6a472895" providerId="AD" clId="Web-{D5E4870A-8CA0-A9B0-5E42-590C0AE4E498}" dt="2025-12-03T18:59:55.489" v="71"/>
          <ac:inkMkLst>
            <pc:docMk/>
            <pc:sldMk cId="650248191" sldId="2147473140"/>
            <ac:inkMk id="6" creationId="{0F8629F7-8A2E-C386-1863-968671C10176}"/>
          </ac:inkMkLst>
        </pc:inkChg>
        <pc:inkChg chg="add del">
          <ac:chgData name="Matilde Nhavane" userId="S::matilde.nhavane@ins.gov.mz::48cc1e09-b89d-4b15-bb58-248b6a472895" providerId="AD" clId="Web-{D5E4870A-8CA0-A9B0-5E42-590C0AE4E498}" dt="2025-12-03T19:00:34.426" v="80"/>
          <ac:inkMkLst>
            <pc:docMk/>
            <pc:sldMk cId="650248191" sldId="2147473140"/>
            <ac:inkMk id="8" creationId="{E7DEF698-DB45-0620-05CF-07EFA2F465D2}"/>
          </ac:inkMkLst>
        </pc:inkChg>
        <pc:inkChg chg="add del">
          <ac:chgData name="Matilde Nhavane" userId="S::matilde.nhavane@ins.gov.mz::48cc1e09-b89d-4b15-bb58-248b6a472895" providerId="AD" clId="Web-{D5E4870A-8CA0-A9B0-5E42-590C0AE4E498}" dt="2025-12-03T19:00:33.395" v="79"/>
          <ac:inkMkLst>
            <pc:docMk/>
            <pc:sldMk cId="650248191" sldId="2147473140"/>
            <ac:inkMk id="9" creationId="{84B64648-9588-E2B7-855A-0B7179055A84}"/>
          </ac:inkMkLst>
        </pc:inkChg>
        <pc:inkChg chg="add">
          <ac:chgData name="Matilde Nhavane" userId="S::matilde.nhavane@ins.gov.mz::48cc1e09-b89d-4b15-bb58-248b6a472895" providerId="AD" clId="Web-{D5E4870A-8CA0-A9B0-5E42-590C0AE4E498}" dt="2025-12-03T19:00:56.427" v="84"/>
          <ac:inkMkLst>
            <pc:docMk/>
            <pc:sldMk cId="650248191" sldId="2147473140"/>
            <ac:inkMk id="12" creationId="{AED5BE23-10A0-5D80-D054-39E0B10829CE}"/>
          </ac:inkMkLst>
        </pc:inkChg>
        <pc:inkChg chg="add">
          <ac:chgData name="Matilde Nhavane" userId="S::matilde.nhavane@ins.gov.mz::48cc1e09-b89d-4b15-bb58-248b6a472895" providerId="AD" clId="Web-{D5E4870A-8CA0-A9B0-5E42-590C0AE4E498}" dt="2025-12-03T19:00:57.224" v="85"/>
          <ac:inkMkLst>
            <pc:docMk/>
            <pc:sldMk cId="650248191" sldId="2147473140"/>
            <ac:inkMk id="13" creationId="{09BF8E79-30D4-8CDE-CCA0-C0A9B8718ED6}"/>
          </ac:inkMkLst>
        </pc:inkChg>
        <pc:inkChg chg="add">
          <ac:chgData name="Matilde Nhavane" userId="S::matilde.nhavane@ins.gov.mz::48cc1e09-b89d-4b15-bb58-248b6a472895" providerId="AD" clId="Web-{D5E4870A-8CA0-A9B0-5E42-590C0AE4E498}" dt="2025-12-03T19:00:58.005" v="86"/>
          <ac:inkMkLst>
            <pc:docMk/>
            <pc:sldMk cId="650248191" sldId="2147473140"/>
            <ac:inkMk id="14" creationId="{61FF66E2-1F9B-6BCC-D9D0-60FBCA532ECD}"/>
          </ac:inkMkLst>
        </pc:inkChg>
        <pc:inkChg chg="add">
          <ac:chgData name="Matilde Nhavane" userId="S::matilde.nhavane@ins.gov.mz::48cc1e09-b89d-4b15-bb58-248b6a472895" providerId="AD" clId="Web-{D5E4870A-8CA0-A9B0-5E42-590C0AE4E498}" dt="2025-12-03T19:01:09.849" v="87"/>
          <ac:inkMkLst>
            <pc:docMk/>
            <pc:sldMk cId="650248191" sldId="2147473140"/>
            <ac:inkMk id="15" creationId="{85F944EE-D48A-8371-15CC-39D9BDDFA481}"/>
          </ac:inkMkLst>
        </pc:inkChg>
        <pc:inkChg chg="add">
          <ac:chgData name="Matilde Nhavane" userId="S::matilde.nhavane@ins.gov.mz::48cc1e09-b89d-4b15-bb58-248b6a472895" providerId="AD" clId="Web-{D5E4870A-8CA0-A9B0-5E42-590C0AE4E498}" dt="2025-12-03T19:01:27.661" v="90"/>
          <ac:inkMkLst>
            <pc:docMk/>
            <pc:sldMk cId="650248191" sldId="2147473140"/>
            <ac:inkMk id="16" creationId="{95649C37-2EC9-037A-758D-68D3463FA24C}"/>
          </ac:inkMkLst>
        </pc:inkChg>
      </pc:sldChg>
      <pc:sldChg chg="addSp delSp modSp new">
        <pc:chgData name="Matilde Nhavane" userId="S::matilde.nhavane@ins.gov.mz::48cc1e09-b89d-4b15-bb58-248b6a472895" providerId="AD" clId="Web-{D5E4870A-8CA0-A9B0-5E42-590C0AE4E498}" dt="2025-12-03T19:08:50.842" v="478"/>
        <pc:sldMkLst>
          <pc:docMk/>
          <pc:sldMk cId="3351561437" sldId="2147473140"/>
        </pc:sldMkLst>
        <pc:spChg chg="mod">
          <ac:chgData name="Matilde Nhavane" userId="S::matilde.nhavane@ins.gov.mz::48cc1e09-b89d-4b15-bb58-248b6a472895" providerId="AD" clId="Web-{D5E4870A-8CA0-A9B0-5E42-590C0AE4E498}" dt="2025-12-03T19:02:06.178" v="94" actId="20577"/>
          <ac:spMkLst>
            <pc:docMk/>
            <pc:sldMk cId="3351561437" sldId="2147473140"/>
            <ac:spMk id="2" creationId="{EAFCB30B-CC42-94C9-0C86-9F97FEA68C38}"/>
          </ac:spMkLst>
        </pc:spChg>
        <pc:spChg chg="add del">
          <ac:chgData name="Matilde Nhavane" userId="S::matilde.nhavane@ins.gov.mz::48cc1e09-b89d-4b15-bb58-248b6a472895" providerId="AD" clId="Web-{D5E4870A-8CA0-A9B0-5E42-590C0AE4E498}" dt="2025-12-03T19:03:06.397" v="123"/>
          <ac:spMkLst>
            <pc:docMk/>
            <pc:sldMk cId="3351561437" sldId="2147473140"/>
            <ac:spMk id="6" creationId="{0B9F0741-8DD2-AEB6-A585-C7EEEFF0DC93}"/>
          </ac:spMkLst>
        </pc:spChg>
        <pc:graphicFrameChg chg="add mod modGraphic">
          <ac:chgData name="Matilde Nhavane" userId="S::matilde.nhavane@ins.gov.mz::48cc1e09-b89d-4b15-bb58-248b6a472895" providerId="AD" clId="Web-{D5E4870A-8CA0-A9B0-5E42-590C0AE4E498}" dt="2025-12-03T19:08:50.842" v="478"/>
          <ac:graphicFrameMkLst>
            <pc:docMk/>
            <pc:sldMk cId="3351561437" sldId="2147473140"/>
            <ac:graphicFrameMk id="5" creationId="{57D7B3AC-7746-ECBE-9A27-936C1ACB461E}"/>
          </ac:graphicFrameMkLst>
        </pc:graphicFrameChg>
      </pc:sldChg>
    </pc:docChg>
  </pc:docChgLst>
  <pc:docChgLst>
    <pc:chgData name="Nuro Abilio" userId="S::nuro.abilio@ins.gov.mz::e964efca-3d07-4748-9c78-9ee244af0dee" providerId="AD" clId="Web-{664EBEF5-B3E1-4BD2-A1A9-D8619821EA05}"/>
    <pc:docChg chg="modSld">
      <pc:chgData name="Nuro Abilio" userId="S::nuro.abilio@ins.gov.mz::e964efca-3d07-4748-9c78-9ee244af0dee" providerId="AD" clId="Web-{664EBEF5-B3E1-4BD2-A1A9-D8619821EA05}" dt="2025-12-04T05:19:55.454" v="93" actId="1076"/>
      <pc:docMkLst>
        <pc:docMk/>
      </pc:docMkLst>
      <pc:sldChg chg="addSp delSp modSp">
        <pc:chgData name="Nuro Abilio" userId="S::nuro.abilio@ins.gov.mz::e964efca-3d07-4748-9c78-9ee244af0dee" providerId="AD" clId="Web-{664EBEF5-B3E1-4BD2-A1A9-D8619821EA05}" dt="2025-12-04T05:19:55.454" v="93" actId="1076"/>
        <pc:sldMkLst>
          <pc:docMk/>
          <pc:sldMk cId="3416123054" sldId="2147473100"/>
        </pc:sldMkLst>
        <pc:spChg chg="add del">
          <ac:chgData name="Nuro Abilio" userId="S::nuro.abilio@ins.gov.mz::e964efca-3d07-4748-9c78-9ee244af0dee" providerId="AD" clId="Web-{664EBEF5-B3E1-4BD2-A1A9-D8619821EA05}" dt="2025-12-04T05:19:47.157" v="91"/>
          <ac:spMkLst>
            <pc:docMk/>
            <pc:sldMk cId="3416123054" sldId="2147473100"/>
            <ac:spMk id="4" creationId="{5A2F76F9-C3F1-3B84-6B8A-5EE2A6D10289}"/>
          </ac:spMkLst>
        </pc:spChg>
        <pc:spChg chg="add mod">
          <ac:chgData name="Nuro Abilio" userId="S::nuro.abilio@ins.gov.mz::e964efca-3d07-4748-9c78-9ee244af0dee" providerId="AD" clId="Web-{664EBEF5-B3E1-4BD2-A1A9-D8619821EA05}" dt="2025-12-04T05:19:55.454" v="93" actId="1076"/>
          <ac:spMkLst>
            <pc:docMk/>
            <pc:sldMk cId="3416123054" sldId="2147473100"/>
            <ac:spMk id="8" creationId="{1413615A-CEDE-225D-F876-69EAAE9E8889}"/>
          </ac:spMkLst>
        </pc:spChg>
      </pc:sldChg>
      <pc:sldChg chg="modSp">
        <pc:chgData name="Nuro Abilio" userId="S::nuro.abilio@ins.gov.mz::e964efca-3d07-4748-9c78-9ee244af0dee" providerId="AD" clId="Web-{664EBEF5-B3E1-4BD2-A1A9-D8619821EA05}" dt="2025-12-04T05:19:31.953" v="90" actId="1076"/>
        <pc:sldMkLst>
          <pc:docMk/>
          <pc:sldMk cId="746789507" sldId="2147473113"/>
        </pc:sldMkLst>
        <pc:spChg chg="mod">
          <ac:chgData name="Nuro Abilio" userId="S::nuro.abilio@ins.gov.mz::e964efca-3d07-4748-9c78-9ee244af0dee" providerId="AD" clId="Web-{664EBEF5-B3E1-4BD2-A1A9-D8619821EA05}" dt="2025-12-04T05:19:31.953" v="90" actId="1076"/>
          <ac:spMkLst>
            <pc:docMk/>
            <pc:sldMk cId="746789507" sldId="2147473113"/>
            <ac:spMk id="9" creationId="{E03F0828-6179-2A5B-0FAA-6D462F182157}"/>
          </ac:spMkLst>
        </pc:spChg>
      </pc:sldChg>
    </pc:docChg>
  </pc:docChgLst>
  <pc:docChgLst>
    <pc:chgData name="Mussagy Quimice" userId="S::mussagy.quimice@ins.gov.mz::a53779cf-0d3c-4a30-b533-d0185a7add5c" providerId="AD" clId="Web-{229DF11F-1A34-BE00-F584-DFAE66436BE2}"/>
    <pc:docChg chg="addSld modSld">
      <pc:chgData name="Mussagy Quimice" userId="S::mussagy.quimice@ins.gov.mz::a53779cf-0d3c-4a30-b533-d0185a7add5c" providerId="AD" clId="Web-{229DF11F-1A34-BE00-F584-DFAE66436BE2}" dt="2025-11-27T07:35:19.035" v="189" actId="20577"/>
      <pc:docMkLst>
        <pc:docMk/>
      </pc:docMkLst>
      <pc:sldChg chg="modSp add">
        <pc:chgData name="Mussagy Quimice" userId="S::mussagy.quimice@ins.gov.mz::a53779cf-0d3c-4a30-b533-d0185a7add5c" providerId="AD" clId="Web-{229DF11F-1A34-BE00-F584-DFAE66436BE2}" dt="2025-11-27T07:35:19.035" v="189" actId="20577"/>
        <pc:sldMkLst>
          <pc:docMk/>
          <pc:sldMk cId="1815208110" sldId="2147472923"/>
        </pc:sldMkLst>
        <pc:spChg chg="mod">
          <ac:chgData name="Mussagy Quimice" userId="S::mussagy.quimice@ins.gov.mz::a53779cf-0d3c-4a30-b533-d0185a7add5c" providerId="AD" clId="Web-{229DF11F-1A34-BE00-F584-DFAE66436BE2}" dt="2025-11-27T07:34:35.550" v="174" actId="14100"/>
          <ac:spMkLst>
            <pc:docMk/>
            <pc:sldMk cId="1815208110" sldId="2147472923"/>
            <ac:spMk id="4" creationId="{A21FAC6D-1070-EC88-8DC8-D0D63F12193E}"/>
          </ac:spMkLst>
        </pc:spChg>
        <pc:spChg chg="mod">
          <ac:chgData name="Mussagy Quimice" userId="S::mussagy.quimice@ins.gov.mz::a53779cf-0d3c-4a30-b533-d0185a7add5c" providerId="AD" clId="Web-{229DF11F-1A34-BE00-F584-DFAE66436BE2}" dt="2025-11-27T07:35:19.035" v="189" actId="20577"/>
          <ac:spMkLst>
            <pc:docMk/>
            <pc:sldMk cId="1815208110" sldId="2147472923"/>
            <ac:spMk id="7" creationId="{07175647-4E18-E8E8-0DA7-369E302505A2}"/>
          </ac:spMkLst>
        </pc:spChg>
        <pc:picChg chg="mod">
          <ac:chgData name="Mussagy Quimice" userId="S::mussagy.quimice@ins.gov.mz::a53779cf-0d3c-4a30-b533-d0185a7add5c" providerId="AD" clId="Web-{229DF11F-1A34-BE00-F584-DFAE66436BE2}" dt="2025-11-27T07:34:59.691" v="176" actId="14100"/>
          <ac:picMkLst>
            <pc:docMk/>
            <pc:sldMk cId="1815208110" sldId="2147472923"/>
            <ac:picMk id="9" creationId="{BDF3AFBC-8615-A114-842A-4B1A439FF507}"/>
          </ac:picMkLst>
        </pc:picChg>
        <pc:picChg chg="mod">
          <ac:chgData name="Mussagy Quimice" userId="S::mussagy.quimice@ins.gov.mz::a53779cf-0d3c-4a30-b533-d0185a7add5c" providerId="AD" clId="Web-{229DF11F-1A34-BE00-F584-DFAE66436BE2}" dt="2025-11-27T07:34:54.722" v="175" actId="14100"/>
          <ac:picMkLst>
            <pc:docMk/>
            <pc:sldMk cId="1815208110" sldId="2147472923"/>
            <ac:picMk id="11" creationId="{A4D3E02F-B573-3EA1-C469-0B1354BDD4F5}"/>
          </ac:picMkLst>
        </pc:picChg>
      </pc:sldChg>
      <pc:sldChg chg="addSp delSp modSp">
        <pc:chgData name="Mussagy Quimice" userId="S::mussagy.quimice@ins.gov.mz::a53779cf-0d3c-4a30-b533-d0185a7add5c" providerId="AD" clId="Web-{229DF11F-1A34-BE00-F584-DFAE66436BE2}" dt="2025-11-27T04:13:32.759" v="85" actId="14100"/>
        <pc:sldMkLst>
          <pc:docMk/>
          <pc:sldMk cId="2487399260" sldId="2147473022"/>
        </pc:sldMkLst>
      </pc:sldChg>
      <pc:sldChg chg="addSp delSp modSp">
        <pc:chgData name="Mussagy Quimice" userId="S::mussagy.quimice@ins.gov.mz::a53779cf-0d3c-4a30-b533-d0185a7add5c" providerId="AD" clId="Web-{229DF11F-1A34-BE00-F584-DFAE66436BE2}" dt="2025-11-27T04:10:12.874" v="70" actId="14100"/>
        <pc:sldMkLst>
          <pc:docMk/>
          <pc:sldMk cId="2200921952" sldId="2147473024"/>
        </pc:sldMkLst>
      </pc:sldChg>
      <pc:sldChg chg="addSp delSp modSp">
        <pc:chgData name="Mussagy Quimice" userId="S::mussagy.quimice@ins.gov.mz::a53779cf-0d3c-4a30-b533-d0185a7add5c" providerId="AD" clId="Web-{229DF11F-1A34-BE00-F584-DFAE66436BE2}" dt="2025-11-27T03:58:40.030" v="39" actId="1076"/>
        <pc:sldMkLst>
          <pc:docMk/>
          <pc:sldMk cId="1071439128" sldId="2147473071"/>
        </pc:sldMkLst>
        <pc:spChg chg="mod">
          <ac:chgData name="Mussagy Quimice" userId="S::mussagy.quimice@ins.gov.mz::a53779cf-0d3c-4a30-b533-d0185a7add5c" providerId="AD" clId="Web-{229DF11F-1A34-BE00-F584-DFAE66436BE2}" dt="2025-11-27T03:58:30.045" v="37" actId="14100"/>
          <ac:spMkLst>
            <pc:docMk/>
            <pc:sldMk cId="1071439128" sldId="2147473071"/>
            <ac:spMk id="2" creationId="{704841AD-9D11-3522-4F9B-E2DDCC7B8AD6}"/>
          </ac:spMkLst>
        </pc:spChg>
      </pc:sldChg>
      <pc:sldChg chg="addSp modSp">
        <pc:chgData name="Mussagy Quimice" userId="S::mussagy.quimice@ins.gov.mz::a53779cf-0d3c-4a30-b533-d0185a7add5c" providerId="AD" clId="Web-{229DF11F-1A34-BE00-F584-DFAE66436BE2}" dt="2025-11-27T03:53:01.497" v="2" actId="1076"/>
        <pc:sldMkLst>
          <pc:docMk/>
          <pc:sldMk cId="990949914" sldId="2147473122"/>
        </pc:sldMkLst>
      </pc:sldChg>
      <pc:sldChg chg="addSp delSp modSp">
        <pc:chgData name="Mussagy Quimice" userId="S::mussagy.quimice@ins.gov.mz::a53779cf-0d3c-4a30-b533-d0185a7add5c" providerId="AD" clId="Web-{229DF11F-1A34-BE00-F584-DFAE66436BE2}" dt="2025-11-27T04:05:40.178" v="53" actId="14100"/>
        <pc:sldMkLst>
          <pc:docMk/>
          <pc:sldMk cId="3453473638" sldId="2147473123"/>
        </pc:sldMkLst>
      </pc:sldChg>
      <pc:sldChg chg="addSp delSp modSp">
        <pc:chgData name="Mussagy Quimice" userId="S::mussagy.quimice@ins.gov.mz::a53779cf-0d3c-4a30-b533-d0185a7add5c" providerId="AD" clId="Web-{229DF11F-1A34-BE00-F584-DFAE66436BE2}" dt="2025-11-27T06:48:55.039" v="165" actId="20577"/>
        <pc:sldMkLst>
          <pc:docMk/>
          <pc:sldMk cId="740540080" sldId="2147473129"/>
        </pc:sldMkLst>
        <pc:spChg chg="mod">
          <ac:chgData name="Mussagy Quimice" userId="S::mussagy.quimice@ins.gov.mz::a53779cf-0d3c-4a30-b533-d0185a7add5c" providerId="AD" clId="Web-{229DF11F-1A34-BE00-F584-DFAE66436BE2}" dt="2025-11-27T06:48:55.039" v="165" actId="20577"/>
          <ac:spMkLst>
            <pc:docMk/>
            <pc:sldMk cId="740540080" sldId="2147473129"/>
            <ac:spMk id="2" creationId="{6A1CFB05-745D-5037-D0CC-96CCA66C498A}"/>
          </ac:spMkLst>
        </pc:spChg>
      </pc:sldChg>
    </pc:docChg>
  </pc:docChgLst>
  <pc:docChgLst>
    <pc:chgData name="Osvaldo Laurindo" userId="S::osvaldo.laurindo@ins.gov.mz::6240d335-0a99-4a1f-bab8-80acd7f550d8" providerId="AD" clId="Web-{0ED92F82-9E3F-4135-89F1-B1DED54346C9}"/>
    <pc:docChg chg="addSld delSld">
      <pc:chgData name="Osvaldo Laurindo" userId="S::osvaldo.laurindo@ins.gov.mz::6240d335-0a99-4a1f-bab8-80acd7f550d8" providerId="AD" clId="Web-{0ED92F82-9E3F-4135-89F1-B1DED54346C9}" dt="2025-11-27T07:06:39.919" v="1"/>
      <pc:docMkLst>
        <pc:docMk/>
      </pc:docMkLst>
      <pc:sldChg chg="add">
        <pc:chgData name="Osvaldo Laurindo" userId="S::osvaldo.laurindo@ins.gov.mz::6240d335-0a99-4a1f-bab8-80acd7f550d8" providerId="AD" clId="Web-{0ED92F82-9E3F-4135-89F1-B1DED54346C9}" dt="2025-11-27T07:05:42.683" v="0"/>
        <pc:sldMkLst>
          <pc:docMk/>
          <pc:sldMk cId="0" sldId="257"/>
        </pc:sldMkLst>
      </pc:sldChg>
    </pc:docChg>
  </pc:docChgLst>
  <pc:docChgLst>
    <pc:chgData name="Jéssica Adelaide Uamusse  Lemos" userId="S::jessica.lemos@ins.gov.mz::f71c816b-40f9-494e-972e-3b361e1d7769" providerId="AD" clId="Web-{5BA9C5F1-5C95-F18F-3D55-E9F86B9CCF6F}"/>
    <pc:docChg chg="addSld delSld modSld sldOrd modSection">
      <pc:chgData name="Jéssica Adelaide Uamusse  Lemos" userId="S::jessica.lemos@ins.gov.mz::f71c816b-40f9-494e-972e-3b361e1d7769" providerId="AD" clId="Web-{5BA9C5F1-5C95-F18F-3D55-E9F86B9CCF6F}" dt="2025-12-04T07:02:59.756" v="70" actId="1076"/>
      <pc:docMkLst>
        <pc:docMk/>
      </pc:docMkLst>
      <pc:sldChg chg="addSp delSp modSp">
        <pc:chgData name="Jéssica Adelaide Uamusse  Lemos" userId="S::jessica.lemos@ins.gov.mz::f71c816b-40f9-494e-972e-3b361e1d7769" providerId="AD" clId="Web-{5BA9C5F1-5C95-F18F-3D55-E9F86B9CCF6F}" dt="2025-12-04T06:44:31.885" v="19" actId="1076"/>
        <pc:sldMkLst>
          <pc:docMk/>
          <pc:sldMk cId="3980164847" sldId="2147473032"/>
        </pc:sldMkLst>
        <pc:picChg chg="del">
          <ac:chgData name="Jéssica Adelaide Uamusse  Lemos" userId="S::jessica.lemos@ins.gov.mz::f71c816b-40f9-494e-972e-3b361e1d7769" providerId="AD" clId="Web-{5BA9C5F1-5C95-F18F-3D55-E9F86B9CCF6F}" dt="2025-12-04T06:39:46.654" v="7"/>
          <ac:picMkLst>
            <pc:docMk/>
            <pc:sldMk cId="3980164847" sldId="2147473032"/>
            <ac:picMk id="3" creationId="{8CF4088C-7D58-AB6E-8952-1069BD88D929}"/>
          </ac:picMkLst>
        </pc:picChg>
        <pc:picChg chg="add del mod">
          <ac:chgData name="Jéssica Adelaide Uamusse  Lemos" userId="S::jessica.lemos@ins.gov.mz::f71c816b-40f9-494e-972e-3b361e1d7769" providerId="AD" clId="Web-{5BA9C5F1-5C95-F18F-3D55-E9F86B9CCF6F}" dt="2025-12-04T06:39:56.717" v="10"/>
          <ac:picMkLst>
            <pc:docMk/>
            <pc:sldMk cId="3980164847" sldId="2147473032"/>
            <ac:picMk id="5" creationId="{CBDF20A2-D55C-779F-5D55-DA58AB9EB630}"/>
          </ac:picMkLst>
        </pc:picChg>
        <pc:picChg chg="add del mod">
          <ac:chgData name="Jéssica Adelaide Uamusse  Lemos" userId="S::jessica.lemos@ins.gov.mz::f71c816b-40f9-494e-972e-3b361e1d7769" providerId="AD" clId="Web-{5BA9C5F1-5C95-F18F-3D55-E9F86B9CCF6F}" dt="2025-12-04T06:40:17.687" v="12"/>
          <ac:picMkLst>
            <pc:docMk/>
            <pc:sldMk cId="3980164847" sldId="2147473032"/>
            <ac:picMk id="6" creationId="{46F728D3-9018-7274-2924-742C0B5091B0}"/>
          </ac:picMkLst>
        </pc:picChg>
        <pc:picChg chg="del">
          <ac:chgData name="Jéssica Adelaide Uamusse  Lemos" userId="S::jessica.lemos@ins.gov.mz::f71c816b-40f9-494e-972e-3b361e1d7769" providerId="AD" clId="Web-{5BA9C5F1-5C95-F18F-3D55-E9F86B9CCF6F}" dt="2025-12-04T06:39:44.341" v="6"/>
          <ac:picMkLst>
            <pc:docMk/>
            <pc:sldMk cId="3980164847" sldId="2147473032"/>
            <ac:picMk id="7" creationId="{85BB5707-E725-7208-2DB1-F1C4F97FB0D6}"/>
          </ac:picMkLst>
        </pc:picChg>
        <pc:picChg chg="add del mod">
          <ac:chgData name="Jéssica Adelaide Uamusse  Lemos" userId="S::jessica.lemos@ins.gov.mz::f71c816b-40f9-494e-972e-3b361e1d7769" providerId="AD" clId="Web-{5BA9C5F1-5C95-F18F-3D55-E9F86B9CCF6F}" dt="2025-12-04T06:44:25.213" v="16"/>
          <ac:picMkLst>
            <pc:docMk/>
            <pc:sldMk cId="3980164847" sldId="2147473032"/>
            <ac:picMk id="8" creationId="{32B3C65C-F060-6BB8-BCE3-60026AD61A0E}"/>
          </ac:picMkLst>
        </pc:picChg>
        <pc:picChg chg="add mod">
          <ac:chgData name="Jéssica Adelaide Uamusse  Lemos" userId="S::jessica.lemos@ins.gov.mz::f71c816b-40f9-494e-972e-3b361e1d7769" providerId="AD" clId="Web-{5BA9C5F1-5C95-F18F-3D55-E9F86B9CCF6F}" dt="2025-12-04T06:44:31.885" v="19" actId="1076"/>
          <ac:picMkLst>
            <pc:docMk/>
            <pc:sldMk cId="3980164847" sldId="2147473032"/>
            <ac:picMk id="9" creationId="{BB7B945A-76DC-4648-8C47-ECD64692D72B}"/>
          </ac:picMkLst>
        </pc:picChg>
      </pc:sldChg>
      <pc:sldChg chg="ord">
        <pc:chgData name="Jéssica Adelaide Uamusse  Lemos" userId="S::jessica.lemos@ins.gov.mz::f71c816b-40f9-494e-972e-3b361e1d7769" providerId="AD" clId="Web-{5BA9C5F1-5C95-F18F-3D55-E9F86B9CCF6F}" dt="2025-12-04T05:44:07.432" v="0"/>
        <pc:sldMkLst>
          <pc:docMk/>
          <pc:sldMk cId="1071439128" sldId="2147473071"/>
        </pc:sldMkLst>
      </pc:sldChg>
      <pc:sldChg chg="addSp delSp modSp">
        <pc:chgData name="Jéssica Adelaide Uamusse  Lemos" userId="S::jessica.lemos@ins.gov.mz::f71c816b-40f9-494e-972e-3b361e1d7769" providerId="AD" clId="Web-{5BA9C5F1-5C95-F18F-3D55-E9F86B9CCF6F}" dt="2025-12-04T06:48:19.750" v="36" actId="14100"/>
        <pc:sldMkLst>
          <pc:docMk/>
          <pc:sldMk cId="3946392377" sldId="2147473102"/>
        </pc:sldMkLst>
        <pc:picChg chg="del">
          <ac:chgData name="Jéssica Adelaide Uamusse  Lemos" userId="S::jessica.lemos@ins.gov.mz::f71c816b-40f9-494e-972e-3b361e1d7769" providerId="AD" clId="Web-{5BA9C5F1-5C95-F18F-3D55-E9F86B9CCF6F}" dt="2025-12-04T06:47:39.968" v="28"/>
          <ac:picMkLst>
            <pc:docMk/>
            <pc:sldMk cId="3946392377" sldId="2147473102"/>
            <ac:picMk id="4" creationId="{84B67B5F-ADC9-C308-147C-EE18E47AB599}"/>
          </ac:picMkLst>
        </pc:picChg>
        <pc:picChg chg="add del mod">
          <ac:chgData name="Jéssica Adelaide Uamusse  Lemos" userId="S::jessica.lemos@ins.gov.mz::f71c816b-40f9-494e-972e-3b361e1d7769" providerId="AD" clId="Web-{5BA9C5F1-5C95-F18F-3D55-E9F86B9CCF6F}" dt="2025-12-04T06:47:57.375" v="31"/>
          <ac:picMkLst>
            <pc:docMk/>
            <pc:sldMk cId="3946392377" sldId="2147473102"/>
            <ac:picMk id="5" creationId="{F8F12B76-5612-9F18-A698-FB5970741E7A}"/>
          </ac:picMkLst>
        </pc:picChg>
        <pc:picChg chg="add mod">
          <ac:chgData name="Jéssica Adelaide Uamusse  Lemos" userId="S::jessica.lemos@ins.gov.mz::f71c816b-40f9-494e-972e-3b361e1d7769" providerId="AD" clId="Web-{5BA9C5F1-5C95-F18F-3D55-E9F86B9CCF6F}" dt="2025-12-04T06:48:19.750" v="36" actId="14100"/>
          <ac:picMkLst>
            <pc:docMk/>
            <pc:sldMk cId="3946392377" sldId="2147473102"/>
            <ac:picMk id="6" creationId="{30B90B96-2863-069B-4216-1F2B8447EA15}"/>
          </ac:picMkLst>
        </pc:picChg>
      </pc:sldChg>
      <pc:sldChg chg="addSp delSp modSp">
        <pc:chgData name="Jéssica Adelaide Uamusse  Lemos" userId="S::jessica.lemos@ins.gov.mz::f71c816b-40f9-494e-972e-3b361e1d7769" providerId="AD" clId="Web-{5BA9C5F1-5C95-F18F-3D55-E9F86B9CCF6F}" dt="2025-12-04T06:49:15.236" v="43" actId="1076"/>
        <pc:sldMkLst>
          <pc:docMk/>
          <pc:sldMk cId="3840496681" sldId="2147473103"/>
        </pc:sldMkLst>
        <pc:picChg chg="add mod">
          <ac:chgData name="Jéssica Adelaide Uamusse  Lemos" userId="S::jessica.lemos@ins.gov.mz::f71c816b-40f9-494e-972e-3b361e1d7769" providerId="AD" clId="Web-{5BA9C5F1-5C95-F18F-3D55-E9F86B9CCF6F}" dt="2025-12-04T06:49:15.236" v="43" actId="1076"/>
          <ac:picMkLst>
            <pc:docMk/>
            <pc:sldMk cId="3840496681" sldId="2147473103"/>
            <ac:picMk id="4" creationId="{F7EB3FB2-38EA-EA75-854A-CE006EB81F0F}"/>
          </ac:picMkLst>
        </pc:picChg>
        <pc:picChg chg="del">
          <ac:chgData name="Jéssica Adelaide Uamusse  Lemos" userId="S::jessica.lemos@ins.gov.mz::f71c816b-40f9-494e-972e-3b361e1d7769" providerId="AD" clId="Web-{5BA9C5F1-5C95-F18F-3D55-E9F86B9CCF6F}" dt="2025-12-04T06:48:49.438" v="37"/>
          <ac:picMkLst>
            <pc:docMk/>
            <pc:sldMk cId="3840496681" sldId="2147473103"/>
            <ac:picMk id="5" creationId="{4E2FD868-08BB-4078-BC72-68802ECD0AB6}"/>
          </ac:picMkLst>
        </pc:picChg>
      </pc:sldChg>
      <pc:sldChg chg="addSp delSp modSp">
        <pc:chgData name="Jéssica Adelaide Uamusse  Lemos" userId="S::jessica.lemos@ins.gov.mz::f71c816b-40f9-494e-972e-3b361e1d7769" providerId="AD" clId="Web-{5BA9C5F1-5C95-F18F-3D55-E9F86B9CCF6F}" dt="2025-12-04T06:47:08.546" v="27" actId="14100"/>
        <pc:sldMkLst>
          <pc:docMk/>
          <pc:sldMk cId="3559548786" sldId="2147473116"/>
        </pc:sldMkLst>
        <pc:picChg chg="del">
          <ac:chgData name="Jéssica Adelaide Uamusse  Lemos" userId="S::jessica.lemos@ins.gov.mz::f71c816b-40f9-494e-972e-3b361e1d7769" providerId="AD" clId="Web-{5BA9C5F1-5C95-F18F-3D55-E9F86B9CCF6F}" dt="2025-12-04T06:44:55.949" v="20"/>
          <ac:picMkLst>
            <pc:docMk/>
            <pc:sldMk cId="3559548786" sldId="2147473116"/>
            <ac:picMk id="5" creationId="{16000E97-EE03-4D2A-1E83-DAB7FF859969}"/>
          </ac:picMkLst>
        </pc:picChg>
        <pc:picChg chg="add del mod">
          <ac:chgData name="Jéssica Adelaide Uamusse  Lemos" userId="S::jessica.lemos@ins.gov.mz::f71c816b-40f9-494e-972e-3b361e1d7769" providerId="AD" clId="Web-{5BA9C5F1-5C95-F18F-3D55-E9F86B9CCF6F}" dt="2025-12-04T06:46:15.919" v="23"/>
          <ac:picMkLst>
            <pc:docMk/>
            <pc:sldMk cId="3559548786" sldId="2147473116"/>
            <ac:picMk id="7" creationId="{5650E033-01CC-F646-A5E3-329F2BC39C9F}"/>
          </ac:picMkLst>
        </pc:picChg>
        <pc:picChg chg="add mod">
          <ac:chgData name="Jéssica Adelaide Uamusse  Lemos" userId="S::jessica.lemos@ins.gov.mz::f71c816b-40f9-494e-972e-3b361e1d7769" providerId="AD" clId="Web-{5BA9C5F1-5C95-F18F-3D55-E9F86B9CCF6F}" dt="2025-12-04T06:47:08.546" v="27" actId="14100"/>
          <ac:picMkLst>
            <pc:docMk/>
            <pc:sldMk cId="3559548786" sldId="2147473116"/>
            <ac:picMk id="9" creationId="{2D2C0389-C733-7BC9-67B5-D3115ABF9358}"/>
          </ac:picMkLst>
        </pc:picChg>
      </pc:sldChg>
      <pc:sldChg chg="del ord">
        <pc:chgData name="Jéssica Adelaide Uamusse  Lemos" userId="S::jessica.lemos@ins.gov.mz::f71c816b-40f9-494e-972e-3b361e1d7769" providerId="AD" clId="Web-{5BA9C5F1-5C95-F18F-3D55-E9F86B9CCF6F}" dt="2025-12-04T06:37:25.986" v="3"/>
        <pc:sldMkLst>
          <pc:docMk/>
          <pc:sldMk cId="3447883020" sldId="2147473130"/>
        </pc:sldMkLst>
      </pc:sldChg>
      <pc:sldChg chg="addSp delSp modSp add">
        <pc:chgData name="Jéssica Adelaide Uamusse  Lemos" userId="S::jessica.lemos@ins.gov.mz::f71c816b-40f9-494e-972e-3b361e1d7769" providerId="AD" clId="Web-{5BA9C5F1-5C95-F18F-3D55-E9F86B9CCF6F}" dt="2025-12-04T07:00:10.782" v="58" actId="1076"/>
        <pc:sldMkLst>
          <pc:docMk/>
          <pc:sldMk cId="3565469276" sldId="2147473131"/>
        </pc:sldMkLst>
        <pc:spChg chg="mod">
          <ac:chgData name="Jéssica Adelaide Uamusse  Lemos" userId="S::jessica.lemos@ins.gov.mz::f71c816b-40f9-494e-972e-3b361e1d7769" providerId="AD" clId="Web-{5BA9C5F1-5C95-F18F-3D55-E9F86B9CCF6F}" dt="2025-12-04T06:58:39.169" v="46" actId="1076"/>
          <ac:spMkLst>
            <pc:docMk/>
            <pc:sldMk cId="3565469276" sldId="2147473131"/>
            <ac:spMk id="2" creationId="{AD7BFAD1-76E7-64C3-523A-025A1F897F74}"/>
          </ac:spMkLst>
        </pc:spChg>
        <pc:graphicFrameChg chg="del mod">
          <ac:chgData name="Jéssica Adelaide Uamusse  Lemos" userId="S::jessica.lemos@ins.gov.mz::f71c816b-40f9-494e-972e-3b361e1d7769" providerId="AD" clId="Web-{5BA9C5F1-5C95-F18F-3D55-E9F86B9CCF6F}" dt="2025-12-04T06:59:11.342" v="47"/>
          <ac:graphicFrameMkLst>
            <pc:docMk/>
            <pc:sldMk cId="3565469276" sldId="2147473131"/>
            <ac:graphicFrameMk id="4" creationId="{5ADBD788-D5E6-6E85-A336-3CD9DDAB5200}"/>
          </ac:graphicFrameMkLst>
        </pc:graphicFrameChg>
        <pc:picChg chg="add del mod">
          <ac:chgData name="Jéssica Adelaide Uamusse  Lemos" userId="S::jessica.lemos@ins.gov.mz::f71c816b-40f9-494e-972e-3b361e1d7769" providerId="AD" clId="Web-{5BA9C5F1-5C95-F18F-3D55-E9F86B9CCF6F}" dt="2025-12-04T06:59:44.625" v="55"/>
          <ac:picMkLst>
            <pc:docMk/>
            <pc:sldMk cId="3565469276" sldId="2147473131"/>
            <ac:picMk id="5" creationId="{3CE8B67A-280D-028E-31CC-263FE11D1F6A}"/>
          </ac:picMkLst>
        </pc:picChg>
        <pc:picChg chg="add mod">
          <ac:chgData name="Jéssica Adelaide Uamusse  Lemos" userId="S::jessica.lemos@ins.gov.mz::f71c816b-40f9-494e-972e-3b361e1d7769" providerId="AD" clId="Web-{5BA9C5F1-5C95-F18F-3D55-E9F86B9CCF6F}" dt="2025-12-04T07:00:10.782" v="58" actId="1076"/>
          <ac:picMkLst>
            <pc:docMk/>
            <pc:sldMk cId="3565469276" sldId="2147473131"/>
            <ac:picMk id="6" creationId="{F9D5C492-0EF8-9518-58AC-8F075556D581}"/>
          </ac:picMkLst>
        </pc:picChg>
      </pc:sldChg>
      <pc:sldChg chg="add">
        <pc:chgData name="Jéssica Adelaide Uamusse  Lemos" userId="S::jessica.lemos@ins.gov.mz::f71c816b-40f9-494e-972e-3b361e1d7769" providerId="AD" clId="Web-{5BA9C5F1-5C95-F18F-3D55-E9F86B9CCF6F}" dt="2025-12-04T06:37:20.658" v="2"/>
        <pc:sldMkLst>
          <pc:docMk/>
          <pc:sldMk cId="595252428" sldId="2147473144"/>
        </pc:sldMkLst>
      </pc:sldChg>
      <pc:sldChg chg="add replId">
        <pc:chgData name="Jéssica Adelaide Uamusse  Lemos" userId="S::jessica.lemos@ins.gov.mz::f71c816b-40f9-494e-972e-3b361e1d7769" providerId="AD" clId="Web-{5BA9C5F1-5C95-F18F-3D55-E9F86B9CCF6F}" dt="2025-12-04T06:59:41.297" v="54"/>
        <pc:sldMkLst>
          <pc:docMk/>
          <pc:sldMk cId="296016132" sldId="2147473145"/>
        </pc:sldMkLst>
      </pc:sldChg>
      <pc:sldChg chg="addSp delSp modSp add replId">
        <pc:chgData name="Jéssica Adelaide Uamusse  Lemos" userId="S::jessica.lemos@ins.gov.mz::f71c816b-40f9-494e-972e-3b361e1d7769" providerId="AD" clId="Web-{5BA9C5F1-5C95-F18F-3D55-E9F86B9CCF6F}" dt="2025-12-04T07:01:14.800" v="63" actId="14100"/>
        <pc:sldMkLst>
          <pc:docMk/>
          <pc:sldMk cId="1114630374" sldId="2147473146"/>
        </pc:sldMkLst>
        <pc:picChg chg="add mod">
          <ac:chgData name="Jéssica Adelaide Uamusse  Lemos" userId="S::jessica.lemos@ins.gov.mz::f71c816b-40f9-494e-972e-3b361e1d7769" providerId="AD" clId="Web-{5BA9C5F1-5C95-F18F-3D55-E9F86B9CCF6F}" dt="2025-12-04T07:01:14.800" v="63" actId="14100"/>
          <ac:picMkLst>
            <pc:docMk/>
            <pc:sldMk cId="1114630374" sldId="2147473146"/>
            <ac:picMk id="4" creationId="{F62C47C7-79F0-014D-732D-9EAAC45A6FA8}"/>
          </ac:picMkLst>
        </pc:picChg>
        <pc:picChg chg="del">
          <ac:chgData name="Jéssica Adelaide Uamusse  Lemos" userId="S::jessica.lemos@ins.gov.mz::f71c816b-40f9-494e-972e-3b361e1d7769" providerId="AD" clId="Web-{5BA9C5F1-5C95-F18F-3D55-E9F86B9CCF6F}" dt="2025-12-04T07:00:21.689" v="60"/>
          <ac:picMkLst>
            <pc:docMk/>
            <pc:sldMk cId="1114630374" sldId="2147473146"/>
            <ac:picMk id="5" creationId="{E3890645-8B42-098A-372E-DC3256C64087}"/>
          </ac:picMkLst>
        </pc:picChg>
      </pc:sldChg>
      <pc:sldChg chg="addSp delSp modSp add replId">
        <pc:chgData name="Jéssica Adelaide Uamusse  Lemos" userId="S::jessica.lemos@ins.gov.mz::f71c816b-40f9-494e-972e-3b361e1d7769" providerId="AD" clId="Web-{5BA9C5F1-5C95-F18F-3D55-E9F86B9CCF6F}" dt="2025-12-04T07:02:59.756" v="70" actId="1076"/>
        <pc:sldMkLst>
          <pc:docMk/>
          <pc:sldMk cId="1817950338" sldId="2147473147"/>
        </pc:sldMkLst>
        <pc:picChg chg="del">
          <ac:chgData name="Jéssica Adelaide Uamusse  Lemos" userId="S::jessica.lemos@ins.gov.mz::f71c816b-40f9-494e-972e-3b361e1d7769" providerId="AD" clId="Web-{5BA9C5F1-5C95-F18F-3D55-E9F86B9CCF6F}" dt="2025-12-04T07:02:36.615" v="65"/>
          <ac:picMkLst>
            <pc:docMk/>
            <pc:sldMk cId="1817950338" sldId="2147473147"/>
            <ac:picMk id="4" creationId="{32AF070C-B0BD-24C8-00D6-8D78E68710CE}"/>
          </ac:picMkLst>
        </pc:picChg>
        <pc:picChg chg="add mod">
          <ac:chgData name="Jéssica Adelaide Uamusse  Lemos" userId="S::jessica.lemos@ins.gov.mz::f71c816b-40f9-494e-972e-3b361e1d7769" providerId="AD" clId="Web-{5BA9C5F1-5C95-F18F-3D55-E9F86B9CCF6F}" dt="2025-12-04T07:02:59.756" v="70" actId="1076"/>
          <ac:picMkLst>
            <pc:docMk/>
            <pc:sldMk cId="1817950338" sldId="2147473147"/>
            <ac:picMk id="5" creationId="{E755D81D-3C63-2BAA-C99A-8579929F6CC7}"/>
          </ac:picMkLst>
        </pc:picChg>
      </pc:sldChg>
    </pc:docChg>
  </pc:docChgLst>
  <pc:docChgLst>
    <pc:chgData name="Jéssica Adelaide Uamusse  Lemos" userId="S::jessica.lemos@ins.gov.mz::f71c816b-40f9-494e-972e-3b361e1d7769" providerId="AD" clId="Web-{73A0C7A8-51ED-E6CF-A1DE-B7A9B272C246}"/>
    <pc:docChg chg="addSld delSld modSld">
      <pc:chgData name="Jéssica Adelaide Uamusse  Lemos" userId="S::jessica.lemos@ins.gov.mz::f71c816b-40f9-494e-972e-3b361e1d7769" providerId="AD" clId="Web-{73A0C7A8-51ED-E6CF-A1DE-B7A9B272C246}" dt="2025-11-26T20:12:28.594" v="580"/>
      <pc:docMkLst>
        <pc:docMk/>
      </pc:docMkLst>
      <pc:sldChg chg="modSp">
        <pc:chgData name="Jéssica Adelaide Uamusse  Lemos" userId="S::jessica.lemos@ins.gov.mz::f71c816b-40f9-494e-972e-3b361e1d7769" providerId="AD" clId="Web-{73A0C7A8-51ED-E6CF-A1DE-B7A9B272C246}" dt="2025-11-26T16:22:12.281" v="5" actId="20577"/>
        <pc:sldMkLst>
          <pc:docMk/>
          <pc:sldMk cId="4043777627" sldId="282"/>
        </pc:sldMkLst>
        <pc:spChg chg="mod">
          <ac:chgData name="Jéssica Adelaide Uamusse  Lemos" userId="S::jessica.lemos@ins.gov.mz::f71c816b-40f9-494e-972e-3b361e1d7769" providerId="AD" clId="Web-{73A0C7A8-51ED-E6CF-A1DE-B7A9B272C246}" dt="2025-11-26T16:22:12.281" v="5" actId="20577"/>
          <ac:spMkLst>
            <pc:docMk/>
            <pc:sldMk cId="4043777627" sldId="282"/>
            <ac:spMk id="4" creationId="{9BBE55FC-5546-27A5-8F7E-B997CD9CDBBB}"/>
          </ac:spMkLst>
        </pc:spChg>
      </pc:sldChg>
      <pc:sldChg chg="addSp delSp modSp">
        <pc:chgData name="Jéssica Adelaide Uamusse  Lemos" userId="S::jessica.lemos@ins.gov.mz::f71c816b-40f9-494e-972e-3b361e1d7769" providerId="AD" clId="Web-{73A0C7A8-51ED-E6CF-A1DE-B7A9B272C246}" dt="2025-11-26T17:42:34.937" v="160" actId="1076"/>
        <pc:sldMkLst>
          <pc:docMk/>
          <pc:sldMk cId="2880300476" sldId="2147473018"/>
        </pc:sldMkLst>
      </pc:sldChg>
      <pc:sldChg chg="addSp delSp modSp">
        <pc:chgData name="Jéssica Adelaide Uamusse  Lemos" userId="S::jessica.lemos@ins.gov.mz::f71c816b-40f9-494e-972e-3b361e1d7769" providerId="AD" clId="Web-{73A0C7A8-51ED-E6CF-A1DE-B7A9B272C246}" dt="2025-11-26T17:40:43.357" v="144" actId="1076"/>
        <pc:sldMkLst>
          <pc:docMk/>
          <pc:sldMk cId="3980164847" sldId="2147473032"/>
        </pc:sldMkLst>
      </pc:sldChg>
      <pc:sldChg chg="addSp delSp modSp">
        <pc:chgData name="Jéssica Adelaide Uamusse  Lemos" userId="S::jessica.lemos@ins.gov.mz::f71c816b-40f9-494e-972e-3b361e1d7769" providerId="AD" clId="Web-{73A0C7A8-51ED-E6CF-A1DE-B7A9B272C246}" dt="2025-11-26T16:43:55.320" v="51" actId="1076"/>
        <pc:sldMkLst>
          <pc:docMk/>
          <pc:sldMk cId="3946392377" sldId="2147473102"/>
        </pc:sldMkLst>
      </pc:sldChg>
      <pc:sldChg chg="addSp delSp modSp">
        <pc:chgData name="Jéssica Adelaide Uamusse  Lemos" userId="S::jessica.lemos@ins.gov.mz::f71c816b-40f9-494e-972e-3b361e1d7769" providerId="AD" clId="Web-{73A0C7A8-51ED-E6CF-A1DE-B7A9B272C246}" dt="2025-11-26T16:46:41.994" v="60" actId="1076"/>
        <pc:sldMkLst>
          <pc:docMk/>
          <pc:sldMk cId="3840496681" sldId="2147473103"/>
        </pc:sldMkLst>
      </pc:sldChg>
      <pc:sldChg chg="addSp delSp modSp">
        <pc:chgData name="Jéssica Adelaide Uamusse  Lemos" userId="S::jessica.lemos@ins.gov.mz::f71c816b-40f9-494e-972e-3b361e1d7769" providerId="AD" clId="Web-{73A0C7A8-51ED-E6CF-A1DE-B7A9B272C246}" dt="2025-11-26T17:42:05.561" v="155" actId="1076"/>
        <pc:sldMkLst>
          <pc:docMk/>
          <pc:sldMk cId="3559548786" sldId="2147473116"/>
        </pc:sldMkLst>
      </pc:sldChg>
      <pc:sldChg chg="addSp delSp modSp">
        <pc:chgData name="Jéssica Adelaide Uamusse  Lemos" userId="S::jessica.lemos@ins.gov.mz::f71c816b-40f9-494e-972e-3b361e1d7769" providerId="AD" clId="Web-{73A0C7A8-51ED-E6CF-A1DE-B7A9B272C246}" dt="2025-11-26T17:41:36.436" v="150" actId="14100"/>
        <pc:sldMkLst>
          <pc:docMk/>
          <pc:sldMk cId="2990178748" sldId="2147473117"/>
        </pc:sldMkLst>
      </pc:sldChg>
      <pc:sldChg chg="modSp">
        <pc:chgData name="Jéssica Adelaide Uamusse  Lemos" userId="S::jessica.lemos@ins.gov.mz::f71c816b-40f9-494e-972e-3b361e1d7769" providerId="AD" clId="Web-{73A0C7A8-51ED-E6CF-A1DE-B7A9B272C246}" dt="2025-11-26T20:09:35.888" v="450"/>
        <pc:sldMkLst>
          <pc:docMk/>
          <pc:sldMk cId="1856100044" sldId="2147473128"/>
        </pc:sldMkLst>
        <pc:graphicFrameChg chg="mod modGraphic">
          <ac:chgData name="Jéssica Adelaide Uamusse  Lemos" userId="S::jessica.lemos@ins.gov.mz::f71c816b-40f9-494e-972e-3b361e1d7769" providerId="AD" clId="Web-{73A0C7A8-51ED-E6CF-A1DE-B7A9B272C246}" dt="2025-11-26T20:09:35.888" v="450"/>
          <ac:graphicFrameMkLst>
            <pc:docMk/>
            <pc:sldMk cId="1856100044" sldId="2147473128"/>
            <ac:graphicFrameMk id="3" creationId="{9CAD0A91-7BF5-4025-15F3-AACF1E88417E}"/>
          </ac:graphicFrameMkLst>
        </pc:graphicFrameChg>
      </pc:sldChg>
      <pc:sldChg chg="addSp modSp">
        <pc:chgData name="Jéssica Adelaide Uamusse  Lemos" userId="S::jessica.lemos@ins.gov.mz::f71c816b-40f9-494e-972e-3b361e1d7769" providerId="AD" clId="Web-{73A0C7A8-51ED-E6CF-A1DE-B7A9B272C246}" dt="2025-11-26T16:42:41.131" v="44" actId="1076"/>
        <pc:sldMkLst>
          <pc:docMk/>
          <pc:sldMk cId="740540080" sldId="2147473129"/>
        </pc:sldMkLst>
      </pc:sldChg>
    </pc:docChg>
  </pc:docChgLst>
  <pc:docChgLst>
    <pc:chgData name="Mussagy Quimice" userId="S::mussagy.quimice@ins.gov.mz::a53779cf-0d3c-4a30-b533-d0185a7add5c" providerId="AD" clId="Web-{9D883664-960E-440D-0C17-597104C9CE0A}"/>
    <pc:docChg chg="addSld delSld modSld">
      <pc:chgData name="Mussagy Quimice" userId="S::mussagy.quimice@ins.gov.mz::a53779cf-0d3c-4a30-b533-d0185a7add5c" providerId="AD" clId="Web-{9D883664-960E-440D-0C17-597104C9CE0A}" dt="2025-12-04T05:31:28.244" v="21"/>
      <pc:docMkLst>
        <pc:docMk/>
      </pc:docMkLst>
      <pc:sldChg chg="delSp modSp">
        <pc:chgData name="Mussagy Quimice" userId="S::mussagy.quimice@ins.gov.mz::a53779cf-0d3c-4a30-b533-d0185a7add5c" providerId="AD" clId="Web-{9D883664-960E-440D-0C17-597104C9CE0A}" dt="2025-12-04T05:31:28.244" v="21"/>
        <pc:sldMkLst>
          <pc:docMk/>
          <pc:sldMk cId="2487399260" sldId="2147473022"/>
        </pc:sldMkLst>
        <pc:spChg chg="mod">
          <ac:chgData name="Mussagy Quimice" userId="S::mussagy.quimice@ins.gov.mz::a53779cf-0d3c-4a30-b533-d0185a7add5c" providerId="AD" clId="Web-{9D883664-960E-440D-0C17-597104C9CE0A}" dt="2025-12-04T05:26:59.039" v="20" actId="14100"/>
          <ac:spMkLst>
            <pc:docMk/>
            <pc:sldMk cId="2487399260" sldId="2147473022"/>
            <ac:spMk id="4" creationId="{74DA9BBD-7D80-D401-6AE7-AF261937FE3F}"/>
          </ac:spMkLst>
        </pc:spChg>
        <pc:picChg chg="del">
          <ac:chgData name="Mussagy Quimice" userId="S::mussagy.quimice@ins.gov.mz::a53779cf-0d3c-4a30-b533-d0185a7add5c" providerId="AD" clId="Web-{9D883664-960E-440D-0C17-597104C9CE0A}" dt="2025-12-04T05:26:44.580" v="19"/>
          <ac:picMkLst>
            <pc:docMk/>
            <pc:sldMk cId="2487399260" sldId="2147473022"/>
            <ac:picMk id="3" creationId="{19CB6186-0FD0-EBED-0C52-4742F088A161}"/>
          </ac:picMkLst>
        </pc:picChg>
        <pc:picChg chg="del">
          <ac:chgData name="Mussagy Quimice" userId="S::mussagy.quimice@ins.gov.mz::a53779cf-0d3c-4a30-b533-d0185a7add5c" providerId="AD" clId="Web-{9D883664-960E-440D-0C17-597104C9CE0A}" dt="2025-12-04T05:31:28.244" v="21"/>
          <ac:picMkLst>
            <pc:docMk/>
            <pc:sldMk cId="2487399260" sldId="2147473022"/>
            <ac:picMk id="5" creationId="{C4991672-B23F-E6A6-9D40-18E683757C93}"/>
          </ac:picMkLst>
        </pc:picChg>
      </pc:sldChg>
      <pc:sldChg chg="add del">
        <pc:chgData name="Mussagy Quimice" userId="S::mussagy.quimice@ins.gov.mz::a53779cf-0d3c-4a30-b533-d0185a7add5c" providerId="AD" clId="Web-{9D883664-960E-440D-0C17-597104C9CE0A}" dt="2025-12-04T05:19:09.251" v="14"/>
        <pc:sldMkLst>
          <pc:docMk/>
          <pc:sldMk cId="1071439128" sldId="2147473071"/>
        </pc:sldMkLst>
      </pc:sldChg>
      <pc:sldChg chg="modSp del">
        <pc:chgData name="Mussagy Quimice" userId="S::mussagy.quimice@ins.gov.mz::a53779cf-0d3c-4a30-b533-d0185a7add5c" providerId="AD" clId="Web-{9D883664-960E-440D-0C17-597104C9CE0A}" dt="2025-12-04T05:17:49.058" v="11"/>
        <pc:sldMkLst>
          <pc:docMk/>
          <pc:sldMk cId="2589364350" sldId="2147473075"/>
        </pc:sldMkLst>
        <pc:graphicFrameChg chg="mod modGraphic">
          <ac:chgData name="Mussagy Quimice" userId="S::mussagy.quimice@ins.gov.mz::a53779cf-0d3c-4a30-b533-d0185a7add5c" providerId="AD" clId="Web-{9D883664-960E-440D-0C17-597104C9CE0A}" dt="2025-12-04T05:17:46.105" v="10"/>
          <ac:graphicFrameMkLst>
            <pc:docMk/>
            <pc:sldMk cId="2589364350" sldId="2147473075"/>
            <ac:graphicFrameMk id="5" creationId="{4412BF9E-8443-4AF3-65C6-EA877258E5A3}"/>
          </ac:graphicFrameMkLst>
        </pc:graphicFrameChg>
      </pc:sldChg>
      <pc:sldChg chg="addSp delSp modSp del">
        <pc:chgData name="Mussagy Quimice" userId="S::mussagy.quimice@ins.gov.mz::a53779cf-0d3c-4a30-b533-d0185a7add5c" providerId="AD" clId="Web-{9D883664-960E-440D-0C17-597104C9CE0A}" dt="2025-12-04T05:22:22.336" v="18"/>
        <pc:sldMkLst>
          <pc:docMk/>
          <pc:sldMk cId="2111028995" sldId="2147473076"/>
        </pc:sldMkLst>
        <pc:graphicFrameChg chg="del">
          <ac:chgData name="Mussagy Quimice" userId="S::mussagy.quimice@ins.gov.mz::a53779cf-0d3c-4a30-b533-d0185a7add5c" providerId="AD" clId="Web-{9D883664-960E-440D-0C17-597104C9CE0A}" dt="2025-12-04T05:19:20.938" v="15"/>
          <ac:graphicFrameMkLst>
            <pc:docMk/>
            <pc:sldMk cId="2111028995" sldId="2147473076"/>
            <ac:graphicFrameMk id="4" creationId="{8F3DF81E-A02D-4F4A-4942-80D9E5ED07B6}"/>
          </ac:graphicFrameMkLst>
        </pc:graphicFrameChg>
        <pc:graphicFrameChg chg="add mod">
          <ac:chgData name="Mussagy Quimice" userId="S::mussagy.quimice@ins.gov.mz::a53779cf-0d3c-4a30-b533-d0185a7add5c" providerId="AD" clId="Web-{9D883664-960E-440D-0C17-597104C9CE0A}" dt="2025-12-04T05:17:56.589" v="12"/>
          <ac:graphicFrameMkLst>
            <pc:docMk/>
            <pc:sldMk cId="2111028995" sldId="2147473076"/>
            <ac:graphicFrameMk id="6" creationId="{FF4B2DA5-81DA-1FDD-C87B-34CF0004E0F8}"/>
          </ac:graphicFrameMkLst>
        </pc:graphicFrameChg>
      </pc:sldChg>
      <pc:sldChg chg="add">
        <pc:chgData name="Mussagy Quimice" userId="S::mussagy.quimice@ins.gov.mz::a53779cf-0d3c-4a30-b533-d0185a7add5c" providerId="AD" clId="Web-{9D883664-960E-440D-0C17-597104C9CE0A}" dt="2025-12-04T05:15:27.506" v="8"/>
        <pc:sldMkLst>
          <pc:docMk/>
          <pc:sldMk cId="1674952087" sldId="2147473141"/>
        </pc:sldMkLst>
      </pc:sldChg>
      <pc:sldChg chg="modSp add">
        <pc:chgData name="Mussagy Quimice" userId="S::mussagy.quimice@ins.gov.mz::a53779cf-0d3c-4a30-b533-d0185a7add5c" providerId="AD" clId="Web-{9D883664-960E-440D-0C17-597104C9CE0A}" dt="2025-12-04T05:20:03.580" v="17" actId="1076"/>
        <pc:sldMkLst>
          <pc:docMk/>
          <pc:sldMk cId="30859290" sldId="2147473142"/>
        </pc:sldMkLst>
        <pc:graphicFrameChg chg="mod">
          <ac:chgData name="Mussagy Quimice" userId="S::mussagy.quimice@ins.gov.mz::a53779cf-0d3c-4a30-b533-d0185a7add5c" providerId="AD" clId="Web-{9D883664-960E-440D-0C17-597104C9CE0A}" dt="2025-12-04T05:20:03.580" v="17" actId="1076"/>
          <ac:graphicFrameMkLst>
            <pc:docMk/>
            <pc:sldMk cId="30859290" sldId="2147473142"/>
            <ac:graphicFrameMk id="4" creationId="{8F3DF81E-A02D-4F4A-4942-80D9E5ED07B6}"/>
          </ac:graphicFrameMkLst>
        </pc:graphicFrameChg>
      </pc:sldChg>
    </pc:docChg>
  </pc:docChgLst>
  <pc:docChgLst>
    <pc:chgData name="Mussagy Quimice" userId="S::mussagy.quimice@ins.gov.mz::a53779cf-0d3c-4a30-b533-d0185a7add5c" providerId="AD" clId="Web-{C7711414-0619-99F4-8AF5-858033880F83}"/>
    <pc:docChg chg="modSld">
      <pc:chgData name="Mussagy Quimice" userId="S::mussagy.quimice@ins.gov.mz::a53779cf-0d3c-4a30-b533-d0185a7add5c" providerId="AD" clId="Web-{C7711414-0619-99F4-8AF5-858033880F83}" dt="2025-11-20T07:01:21.134" v="31" actId="14100"/>
      <pc:docMkLst>
        <pc:docMk/>
      </pc:docMkLst>
      <pc:sldChg chg="addSp delSp modSp">
        <pc:chgData name="Mussagy Quimice" userId="S::mussagy.quimice@ins.gov.mz::a53779cf-0d3c-4a30-b533-d0185a7add5c" providerId="AD" clId="Web-{C7711414-0619-99F4-8AF5-858033880F83}" dt="2025-11-20T06:40:21.269" v="15" actId="14100"/>
        <pc:sldMkLst>
          <pc:docMk/>
          <pc:sldMk cId="2487399260" sldId="2147473022"/>
        </pc:sldMkLst>
      </pc:sldChg>
      <pc:sldChg chg="addSp delSp modSp">
        <pc:chgData name="Mussagy Quimice" userId="S::mussagy.quimice@ins.gov.mz::a53779cf-0d3c-4a30-b533-d0185a7add5c" providerId="AD" clId="Web-{C7711414-0619-99F4-8AF5-858033880F83}" dt="2025-11-20T07:01:21.134" v="31" actId="14100"/>
        <pc:sldMkLst>
          <pc:docMk/>
          <pc:sldMk cId="2200921952" sldId="2147473024"/>
        </pc:sldMkLst>
      </pc:sldChg>
      <pc:sldChg chg="delSp">
        <pc:chgData name="Mussagy Quimice" userId="S::mussagy.quimice@ins.gov.mz::a53779cf-0d3c-4a30-b533-d0185a7add5c" providerId="AD" clId="Web-{C7711414-0619-99F4-8AF5-858033880F83}" dt="2025-11-20T06:40:33.894" v="16"/>
        <pc:sldMkLst>
          <pc:docMk/>
          <pc:sldMk cId="990949914" sldId="2147473122"/>
        </pc:sldMkLst>
      </pc:sldChg>
    </pc:docChg>
  </pc:docChgLst>
  <pc:docChgLst>
    <pc:chgData name="Jéssica Adelaide Uamusse  Lemos" userId="S::jessica.lemos@ins.gov.mz::f71c816b-40f9-494e-972e-3b361e1d7769" providerId="AD" clId="Web-{38494FC1-4CC1-442D-2E96-7EE32643AC4E}"/>
    <pc:docChg chg="modSld">
      <pc:chgData name="Jéssica Adelaide Uamusse  Lemos" userId="S::jessica.lemos@ins.gov.mz::f71c816b-40f9-494e-972e-3b361e1d7769" providerId="AD" clId="Web-{38494FC1-4CC1-442D-2E96-7EE32643AC4E}" dt="2025-11-26T20:19:37.251" v="15" actId="14100"/>
      <pc:docMkLst>
        <pc:docMk/>
      </pc:docMkLst>
      <pc:sldChg chg="addSp delSp modSp">
        <pc:chgData name="Jéssica Adelaide Uamusse  Lemos" userId="S::jessica.lemos@ins.gov.mz::f71c816b-40f9-494e-972e-3b361e1d7769" providerId="AD" clId="Web-{38494FC1-4CC1-442D-2E96-7EE32643AC4E}" dt="2025-11-26T20:19:37.251" v="15" actId="14100"/>
        <pc:sldMkLst>
          <pc:docMk/>
          <pc:sldMk cId="3946392377" sldId="2147473102"/>
        </pc:sldMkLst>
      </pc:sldChg>
      <pc:sldChg chg="addSp delSp modSp">
        <pc:chgData name="Jéssica Adelaide Uamusse  Lemos" userId="S::jessica.lemos@ins.gov.mz::f71c816b-40f9-494e-972e-3b361e1d7769" providerId="AD" clId="Web-{38494FC1-4CC1-442D-2E96-7EE32643AC4E}" dt="2025-11-26T20:19:04.624" v="9" actId="14100"/>
        <pc:sldMkLst>
          <pc:docMk/>
          <pc:sldMk cId="3840496681" sldId="2147473103"/>
        </pc:sldMkLst>
      </pc:sldChg>
    </pc:docChg>
  </pc:docChgLst>
  <pc:docChgLst>
    <pc:chgData name="Jéssica Adelaide Uamusse  Lemos" userId="S::jessica.lemos@ins.gov.mz::f71c816b-40f9-494e-972e-3b361e1d7769" providerId="AD" clId="Web-{FDAB30E1-4584-B3DB-91ED-3480DC72D3B7}"/>
    <pc:docChg chg="addSld delSld modSld sldOrd">
      <pc:chgData name="Jéssica Adelaide Uamusse  Lemos" userId="S::jessica.lemos@ins.gov.mz::f71c816b-40f9-494e-972e-3b361e1d7769" providerId="AD" clId="Web-{FDAB30E1-4584-B3DB-91ED-3480DC72D3B7}" dt="2025-12-03T13:43:16.259" v="308" actId="14100"/>
      <pc:docMkLst>
        <pc:docMk/>
      </pc:docMkLst>
      <pc:sldChg chg="modSp">
        <pc:chgData name="Jéssica Adelaide Uamusse  Lemos" userId="S::jessica.lemos@ins.gov.mz::f71c816b-40f9-494e-972e-3b361e1d7769" providerId="AD" clId="Web-{FDAB30E1-4584-B3DB-91ED-3480DC72D3B7}" dt="2025-12-03T09:35:41.287" v="1" actId="20577"/>
        <pc:sldMkLst>
          <pc:docMk/>
          <pc:sldMk cId="4043777627" sldId="282"/>
        </pc:sldMkLst>
        <pc:spChg chg="mod">
          <ac:chgData name="Jéssica Adelaide Uamusse  Lemos" userId="S::jessica.lemos@ins.gov.mz::f71c816b-40f9-494e-972e-3b361e1d7769" providerId="AD" clId="Web-{FDAB30E1-4584-B3DB-91ED-3480DC72D3B7}" dt="2025-12-03T09:35:41.287" v="1" actId="20577"/>
          <ac:spMkLst>
            <pc:docMk/>
            <pc:sldMk cId="4043777627" sldId="282"/>
            <ac:spMk id="4" creationId="{9BBE55FC-5546-27A5-8F7E-B997CD9CDBBB}"/>
          </ac:spMkLst>
        </pc:spChg>
      </pc:sldChg>
      <pc:sldChg chg="del">
        <pc:chgData name="Jéssica Adelaide Uamusse  Lemos" userId="S::jessica.lemos@ins.gov.mz::f71c816b-40f9-494e-972e-3b361e1d7769" providerId="AD" clId="Web-{FDAB30E1-4584-B3DB-91ED-3480DC72D3B7}" dt="2025-12-03T09:56:41.573" v="23"/>
        <pc:sldMkLst>
          <pc:docMk/>
          <pc:sldMk cId="2461132304" sldId="2147472948"/>
        </pc:sldMkLst>
      </pc:sldChg>
      <pc:sldChg chg="del ord">
        <pc:chgData name="Jéssica Adelaide Uamusse  Lemos" userId="S::jessica.lemos@ins.gov.mz::f71c816b-40f9-494e-972e-3b361e1d7769" providerId="AD" clId="Web-{FDAB30E1-4584-B3DB-91ED-3480DC72D3B7}" dt="2025-12-03T12:00:26.239" v="260"/>
        <pc:sldMkLst>
          <pc:docMk/>
          <pc:sldMk cId="3680330194" sldId="2147472975"/>
        </pc:sldMkLst>
      </pc:sldChg>
      <pc:sldChg chg="addSp delSp modSp">
        <pc:chgData name="Jéssica Adelaide Uamusse  Lemos" userId="S::jessica.lemos@ins.gov.mz::f71c816b-40f9-494e-972e-3b361e1d7769" providerId="AD" clId="Web-{FDAB30E1-4584-B3DB-91ED-3480DC72D3B7}" dt="2025-12-03T13:43:16.259" v="308" actId="14100"/>
        <pc:sldMkLst>
          <pc:docMk/>
          <pc:sldMk cId="2880300476" sldId="2147473018"/>
        </pc:sldMkLst>
        <pc:picChg chg="add mod">
          <ac:chgData name="Jéssica Adelaide Uamusse  Lemos" userId="S::jessica.lemos@ins.gov.mz::f71c816b-40f9-494e-972e-3b361e1d7769" providerId="AD" clId="Web-{FDAB30E1-4584-B3DB-91ED-3480DC72D3B7}" dt="2025-12-03T13:39:41.711" v="303" actId="14100"/>
          <ac:picMkLst>
            <pc:docMk/>
            <pc:sldMk cId="2880300476" sldId="2147473018"/>
            <ac:picMk id="2" creationId="{8F56E97D-38D9-C5C4-6922-30E7B8301FF9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3:38:28.021" v="297"/>
          <ac:picMkLst>
            <pc:docMk/>
            <pc:sldMk cId="2880300476" sldId="2147473018"/>
            <ac:picMk id="3" creationId="{6CA3EDC1-0429-CEC6-6B9F-AC8A448FFBE5}"/>
          </ac:picMkLst>
        </pc:picChg>
        <pc:picChg chg="add del mod">
          <ac:chgData name="Jéssica Adelaide Uamusse  Lemos" userId="S::jessica.lemos@ins.gov.mz::f71c816b-40f9-494e-972e-3b361e1d7769" providerId="AD" clId="Web-{FDAB30E1-4584-B3DB-91ED-3480DC72D3B7}" dt="2025-12-03T13:39:20.896" v="299"/>
          <ac:picMkLst>
            <pc:docMk/>
            <pc:sldMk cId="2880300476" sldId="2147473018"/>
            <ac:picMk id="6" creationId="{2E5DC6B2-410B-3466-251C-887E101A657A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09:40:59.887" v="15"/>
          <ac:picMkLst>
            <pc:docMk/>
            <pc:sldMk cId="2880300476" sldId="2147473018"/>
            <ac:picMk id="6" creationId="{E2DD8A48-63D4-9F6C-9929-62D89A02BD99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3:38:25.365" v="296"/>
          <ac:picMkLst>
            <pc:docMk/>
            <pc:sldMk cId="2880300476" sldId="2147473018"/>
            <ac:picMk id="7" creationId="{B2B61FCB-E97E-318B-06B1-BCA3C8D38360}"/>
          </ac:picMkLst>
        </pc:picChg>
        <pc:picChg chg="add del mod">
          <ac:chgData name="Jéssica Adelaide Uamusse  Lemos" userId="S::jessica.lemos@ins.gov.mz::f71c816b-40f9-494e-972e-3b361e1d7769" providerId="AD" clId="Web-{FDAB30E1-4584-B3DB-91ED-3480DC72D3B7}" dt="2025-12-03T13:43:02.556" v="304"/>
          <ac:picMkLst>
            <pc:docMk/>
            <pc:sldMk cId="2880300476" sldId="2147473018"/>
            <ac:picMk id="8" creationId="{C8446B37-7D43-AE56-C6EC-7F51DDF53048}"/>
          </ac:picMkLst>
        </pc:picChg>
        <pc:picChg chg="add mod">
          <ac:chgData name="Jéssica Adelaide Uamusse  Lemos" userId="S::jessica.lemos@ins.gov.mz::f71c816b-40f9-494e-972e-3b361e1d7769" providerId="AD" clId="Web-{FDAB30E1-4584-B3DB-91ED-3480DC72D3B7}" dt="2025-12-03T13:43:16.259" v="308" actId="14100"/>
          <ac:picMkLst>
            <pc:docMk/>
            <pc:sldMk cId="2880300476" sldId="2147473018"/>
            <ac:picMk id="9" creationId="{110C3E39-EBB9-1B20-858E-D75E2ADB8B03}"/>
          </ac:picMkLst>
        </pc:picChg>
      </pc:sldChg>
      <pc:sldChg chg="addSp delSp modSp">
        <pc:chgData name="Jéssica Adelaide Uamusse  Lemos" userId="S::jessica.lemos@ins.gov.mz::f71c816b-40f9-494e-972e-3b361e1d7769" providerId="AD" clId="Web-{FDAB30E1-4584-B3DB-91ED-3480DC72D3B7}" dt="2025-12-03T10:33:47.357" v="230" actId="1076"/>
        <pc:sldMkLst>
          <pc:docMk/>
          <pc:sldMk cId="3980164847" sldId="2147473032"/>
        </pc:sldMkLst>
        <pc:picChg chg="add mod">
          <ac:chgData name="Jéssica Adelaide Uamusse  Lemos" userId="S::jessica.lemos@ins.gov.mz::f71c816b-40f9-494e-972e-3b361e1d7769" providerId="AD" clId="Web-{FDAB30E1-4584-B3DB-91ED-3480DC72D3B7}" dt="2025-12-03T10:33:47.357" v="230" actId="1076"/>
          <ac:picMkLst>
            <pc:docMk/>
            <pc:sldMk cId="3980164847" sldId="2147473032"/>
            <ac:picMk id="4" creationId="{3EDCB28C-B4E5-C930-B1C0-A8C4DA016366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0:33:43.372" v="229"/>
          <ac:picMkLst>
            <pc:docMk/>
            <pc:sldMk cId="3980164847" sldId="2147473032"/>
            <ac:picMk id="8" creationId="{B689E5B0-5F92-2A1B-6865-A32399BF48F0}"/>
          </ac:picMkLst>
        </pc:picChg>
      </pc:sldChg>
      <pc:sldChg chg="modSp add">
        <pc:chgData name="Jéssica Adelaide Uamusse  Lemos" userId="S::jessica.lemos@ins.gov.mz::f71c816b-40f9-494e-972e-3b361e1d7769" providerId="AD" clId="Web-{FDAB30E1-4584-B3DB-91ED-3480DC72D3B7}" dt="2025-12-03T10:03:06.756" v="69"/>
        <pc:sldMkLst>
          <pc:docMk/>
          <pc:sldMk cId="3188991078" sldId="2147473067"/>
        </pc:sldMkLst>
        <pc:spChg chg="mod">
          <ac:chgData name="Jéssica Adelaide Uamusse  Lemos" userId="S::jessica.lemos@ins.gov.mz::f71c816b-40f9-494e-972e-3b361e1d7769" providerId="AD" clId="Web-{FDAB30E1-4584-B3DB-91ED-3480DC72D3B7}" dt="2025-12-03T09:56:37.369" v="22" actId="14100"/>
          <ac:spMkLst>
            <pc:docMk/>
            <pc:sldMk cId="3188991078" sldId="2147473067"/>
            <ac:spMk id="4" creationId="{681842F2-E0F0-A658-B531-E7AD604A2F8A}"/>
          </ac:spMkLst>
        </pc:spChg>
        <pc:graphicFrameChg chg="mod modGraphic">
          <ac:chgData name="Jéssica Adelaide Uamusse  Lemos" userId="S::jessica.lemos@ins.gov.mz::f71c816b-40f9-494e-972e-3b361e1d7769" providerId="AD" clId="Web-{FDAB30E1-4584-B3DB-91ED-3480DC72D3B7}" dt="2025-12-03T10:03:06.756" v="69"/>
          <ac:graphicFrameMkLst>
            <pc:docMk/>
            <pc:sldMk cId="3188991078" sldId="2147473067"/>
            <ac:graphicFrameMk id="3" creationId="{E3D9DE67-D076-7E44-4D0E-D72B53353698}"/>
          </ac:graphicFrameMkLst>
        </pc:graphicFrameChg>
      </pc:sldChg>
      <pc:sldChg chg="modSp add ord">
        <pc:chgData name="Jéssica Adelaide Uamusse  Lemos" userId="S::jessica.lemos@ins.gov.mz::f71c816b-40f9-494e-972e-3b361e1d7769" providerId="AD" clId="Web-{FDAB30E1-4584-B3DB-91ED-3480DC72D3B7}" dt="2025-12-03T12:01:12.334" v="276"/>
        <pc:sldMkLst>
          <pc:docMk/>
          <pc:sldMk cId="3893683420" sldId="2147473068"/>
        </pc:sldMkLst>
        <pc:spChg chg="mod">
          <ac:chgData name="Jéssica Adelaide Uamusse  Lemos" userId="S::jessica.lemos@ins.gov.mz::f71c816b-40f9-494e-972e-3b361e1d7769" providerId="AD" clId="Web-{FDAB30E1-4584-B3DB-91ED-3480DC72D3B7}" dt="2025-12-03T11:58:51.909" v="256" actId="14100"/>
          <ac:spMkLst>
            <pc:docMk/>
            <pc:sldMk cId="3893683420" sldId="2147473068"/>
            <ac:spMk id="4" creationId="{CA85B2D0-E03C-95A9-A5A6-C443F2625505}"/>
          </ac:spMkLst>
        </pc:spChg>
        <pc:graphicFrameChg chg="mod modGraphic">
          <ac:chgData name="Jéssica Adelaide Uamusse  Lemos" userId="S::jessica.lemos@ins.gov.mz::f71c816b-40f9-494e-972e-3b361e1d7769" providerId="AD" clId="Web-{FDAB30E1-4584-B3DB-91ED-3480DC72D3B7}" dt="2025-12-03T12:01:12.334" v="276"/>
          <ac:graphicFrameMkLst>
            <pc:docMk/>
            <pc:sldMk cId="3893683420" sldId="2147473068"/>
            <ac:graphicFrameMk id="3" creationId="{9CAD0A91-7BF5-4025-15F3-AACF1E88417E}"/>
          </ac:graphicFrameMkLst>
        </pc:graphicFrameChg>
      </pc:sldChg>
      <pc:sldChg chg="addSp delSp modSp">
        <pc:chgData name="Jéssica Adelaide Uamusse  Lemos" userId="S::jessica.lemos@ins.gov.mz::f71c816b-40f9-494e-972e-3b361e1d7769" providerId="AD" clId="Web-{FDAB30E1-4584-B3DB-91ED-3480DC72D3B7}" dt="2025-12-03T10:38:34.887" v="250" actId="14100"/>
        <pc:sldMkLst>
          <pc:docMk/>
          <pc:sldMk cId="3559548786" sldId="2147473116"/>
        </pc:sldMkLst>
        <pc:picChg chg="add del mod">
          <ac:chgData name="Jéssica Adelaide Uamusse  Lemos" userId="S::jessica.lemos@ins.gov.mz::f71c816b-40f9-494e-972e-3b361e1d7769" providerId="AD" clId="Web-{FDAB30E1-4584-B3DB-91ED-3480DC72D3B7}" dt="2025-12-03T10:35:49.883" v="240"/>
          <ac:picMkLst>
            <pc:docMk/>
            <pc:sldMk cId="3559548786" sldId="2147473116"/>
            <ac:picMk id="5" creationId="{93D55A5B-6F75-C522-F0BB-50BDDB646B31}"/>
          </ac:picMkLst>
        </pc:picChg>
        <pc:picChg chg="add del mod">
          <ac:chgData name="Jéssica Adelaide Uamusse  Lemos" userId="S::jessica.lemos@ins.gov.mz::f71c816b-40f9-494e-972e-3b361e1d7769" providerId="AD" clId="Web-{FDAB30E1-4584-B3DB-91ED-3480DC72D3B7}" dt="2025-12-03T10:38:23.590" v="247"/>
          <ac:picMkLst>
            <pc:docMk/>
            <pc:sldMk cId="3559548786" sldId="2147473116"/>
            <ac:picMk id="6" creationId="{87AF055A-70CD-FFD9-1DDD-F3461A7A5CD7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0:34:59.443" v="231"/>
          <ac:picMkLst>
            <pc:docMk/>
            <pc:sldMk cId="3559548786" sldId="2147473116"/>
            <ac:picMk id="7" creationId="{FCD019B7-1BD9-D2DE-1D28-15110F83F833}"/>
          </ac:picMkLst>
        </pc:picChg>
        <pc:picChg chg="add mod">
          <ac:chgData name="Jéssica Adelaide Uamusse  Lemos" userId="S::jessica.lemos@ins.gov.mz::f71c816b-40f9-494e-972e-3b361e1d7769" providerId="AD" clId="Web-{FDAB30E1-4584-B3DB-91ED-3480DC72D3B7}" dt="2025-12-03T10:38:34.887" v="250" actId="14100"/>
          <ac:picMkLst>
            <pc:docMk/>
            <pc:sldMk cId="3559548786" sldId="2147473116"/>
            <ac:picMk id="8" creationId="{423524BF-5AF4-8C3A-EC5C-AC013585DA9F}"/>
          </ac:picMkLst>
        </pc:picChg>
      </pc:sldChg>
      <pc:sldChg chg="addSp delSp modSp">
        <pc:chgData name="Jéssica Adelaide Uamusse  Lemos" userId="S::jessica.lemos@ins.gov.mz::f71c816b-40f9-494e-972e-3b361e1d7769" providerId="AD" clId="Web-{FDAB30E1-4584-B3DB-91ED-3480DC72D3B7}" dt="2025-12-03T13:32:54.852" v="291" actId="14100"/>
        <pc:sldMkLst>
          <pc:docMk/>
          <pc:sldMk cId="2990178748" sldId="2147473117"/>
        </pc:sldMkLst>
        <pc:picChg chg="add mod">
          <ac:chgData name="Jéssica Adelaide Uamusse  Lemos" userId="S::jessica.lemos@ins.gov.mz::f71c816b-40f9-494e-972e-3b361e1d7769" providerId="AD" clId="Web-{FDAB30E1-4584-B3DB-91ED-3480DC72D3B7}" dt="2025-12-03T09:38:00.040" v="12" actId="14100"/>
          <ac:picMkLst>
            <pc:docMk/>
            <pc:sldMk cId="2990178748" sldId="2147473117"/>
            <ac:picMk id="3" creationId="{D170980B-58A8-EBEF-4EF8-4EA7D93FD605}"/>
          </ac:picMkLst>
        </pc:picChg>
        <pc:picChg chg="add del mod">
          <ac:chgData name="Jéssica Adelaide Uamusse  Lemos" userId="S::jessica.lemos@ins.gov.mz::f71c816b-40f9-494e-972e-3b361e1d7769" providerId="AD" clId="Web-{FDAB30E1-4584-B3DB-91ED-3480DC72D3B7}" dt="2025-12-03T12:03:58.853" v="279"/>
          <ac:picMkLst>
            <pc:docMk/>
            <pc:sldMk cId="2990178748" sldId="2147473117"/>
            <ac:picMk id="4" creationId="{6535D70C-4213-1A92-ED12-643B228F625B}"/>
          </ac:picMkLst>
        </pc:picChg>
        <pc:picChg chg="add mod">
          <ac:chgData name="Jéssica Adelaide Uamusse  Lemos" userId="S::jessica.lemos@ins.gov.mz::f71c816b-40f9-494e-972e-3b361e1d7769" providerId="AD" clId="Web-{FDAB30E1-4584-B3DB-91ED-3480DC72D3B7}" dt="2025-12-03T13:32:54.852" v="291" actId="14100"/>
          <ac:picMkLst>
            <pc:docMk/>
            <pc:sldMk cId="2990178748" sldId="2147473117"/>
            <ac:picMk id="4" creationId="{74734702-B465-545A-CE94-82414A093853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09:37:48.508" v="8"/>
          <ac:picMkLst>
            <pc:docMk/>
            <pc:sldMk cId="2990178748" sldId="2147473117"/>
            <ac:picMk id="4" creationId="{C0CD4796-B85D-1903-136B-A826E4ECEB7C}"/>
          </ac:picMkLst>
        </pc:picChg>
        <pc:picChg chg="add mod">
          <ac:chgData name="Jéssica Adelaide Uamusse  Lemos" userId="S::jessica.lemos@ins.gov.mz::f71c816b-40f9-494e-972e-3b361e1d7769" providerId="AD" clId="Web-{FDAB30E1-4584-B3DB-91ED-3480DC72D3B7}" dt="2025-12-03T12:04:43.150" v="286" actId="1076"/>
          <ac:picMkLst>
            <pc:docMk/>
            <pc:sldMk cId="2990178748" sldId="2147473117"/>
            <ac:picMk id="5" creationId="{1319393A-3934-233E-EC1C-8B70C0FD7B5D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2:04:02.884" v="281"/>
          <ac:picMkLst>
            <pc:docMk/>
            <pc:sldMk cId="2990178748" sldId="2147473117"/>
            <ac:picMk id="6" creationId="{83D23120-73E1-A75C-7687-1DC6B18C4D10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2:04:00.837" v="280"/>
          <ac:picMkLst>
            <pc:docMk/>
            <pc:sldMk cId="2990178748" sldId="2147473117"/>
            <ac:picMk id="10" creationId="{297CB2B4-11D9-D7E7-8BF1-E921C5CFB365}"/>
          </ac:picMkLst>
        </pc:picChg>
      </pc:sldChg>
      <pc:sldChg chg="modSp">
        <pc:chgData name="Jéssica Adelaide Uamusse  Lemos" userId="S::jessica.lemos@ins.gov.mz::f71c816b-40f9-494e-972e-3b361e1d7769" providerId="AD" clId="Web-{FDAB30E1-4584-B3DB-91ED-3480DC72D3B7}" dt="2025-12-03T10:05:25.215" v="209"/>
        <pc:sldMkLst>
          <pc:docMk/>
          <pc:sldMk cId="1856100044" sldId="2147473128"/>
        </pc:sldMkLst>
        <pc:graphicFrameChg chg="mod modGraphic">
          <ac:chgData name="Jéssica Adelaide Uamusse  Lemos" userId="S::jessica.lemos@ins.gov.mz::f71c816b-40f9-494e-972e-3b361e1d7769" providerId="AD" clId="Web-{FDAB30E1-4584-B3DB-91ED-3480DC72D3B7}" dt="2025-12-03T10:05:25.215" v="209"/>
          <ac:graphicFrameMkLst>
            <pc:docMk/>
            <pc:sldMk cId="1856100044" sldId="2147473128"/>
            <ac:graphicFrameMk id="3" creationId="{9CAD0A91-7BF5-4025-15F3-AACF1E88417E}"/>
          </ac:graphicFrameMkLst>
        </pc:graphicFrameChg>
      </pc:sldChg>
      <pc:sldChg chg="addSp delSp modSp">
        <pc:chgData name="Jéssica Adelaide Uamusse  Lemos" userId="S::jessica.lemos@ins.gov.mz::f71c816b-40f9-494e-972e-3b361e1d7769" providerId="AD" clId="Web-{FDAB30E1-4584-B3DB-91ED-3480DC72D3B7}" dt="2025-12-03T10:31:18.873" v="226" actId="14100"/>
        <pc:sldMkLst>
          <pc:docMk/>
          <pc:sldMk cId="740540080" sldId="2147473129"/>
        </pc:sldMkLst>
        <pc:picChg chg="add del mod">
          <ac:chgData name="Jéssica Adelaide Uamusse  Lemos" userId="S::jessica.lemos@ins.gov.mz::f71c816b-40f9-494e-972e-3b361e1d7769" providerId="AD" clId="Web-{FDAB30E1-4584-B3DB-91ED-3480DC72D3B7}" dt="2025-12-03T10:29:08.454" v="212"/>
          <ac:picMkLst>
            <pc:docMk/>
            <pc:sldMk cId="740540080" sldId="2147473129"/>
            <ac:picMk id="3" creationId="{68F890ED-A585-34A6-97DD-0AA0CD3A8DD9}"/>
          </ac:picMkLst>
        </pc:picChg>
        <pc:picChg chg="del">
          <ac:chgData name="Jéssica Adelaide Uamusse  Lemos" userId="S::jessica.lemos@ins.gov.mz::f71c816b-40f9-494e-972e-3b361e1d7769" providerId="AD" clId="Web-{FDAB30E1-4584-B3DB-91ED-3480DC72D3B7}" dt="2025-12-03T10:29:51.060" v="218"/>
          <ac:picMkLst>
            <pc:docMk/>
            <pc:sldMk cId="740540080" sldId="2147473129"/>
            <ac:picMk id="4" creationId="{EF03A9BF-5B8A-2FB4-DC8A-6435C61BD211}"/>
          </ac:picMkLst>
        </pc:picChg>
        <pc:picChg chg="add del mod">
          <ac:chgData name="Jéssica Adelaide Uamusse  Lemos" userId="S::jessica.lemos@ins.gov.mz::f71c816b-40f9-494e-972e-3b361e1d7769" providerId="AD" clId="Web-{FDAB30E1-4584-B3DB-91ED-3480DC72D3B7}" dt="2025-12-03T10:29:47.966" v="217"/>
          <ac:picMkLst>
            <pc:docMk/>
            <pc:sldMk cId="740540080" sldId="2147473129"/>
            <ac:picMk id="5" creationId="{27754B79-FD81-5861-5771-66DC7ECCA242}"/>
          </ac:picMkLst>
        </pc:picChg>
        <pc:picChg chg="add del mod">
          <ac:chgData name="Jéssica Adelaide Uamusse  Lemos" userId="S::jessica.lemos@ins.gov.mz::f71c816b-40f9-494e-972e-3b361e1d7769" providerId="AD" clId="Web-{FDAB30E1-4584-B3DB-91ED-3480DC72D3B7}" dt="2025-12-03T10:31:04.966" v="222"/>
          <ac:picMkLst>
            <pc:docMk/>
            <pc:sldMk cId="740540080" sldId="2147473129"/>
            <ac:picMk id="7" creationId="{A34F0520-3B3F-C53D-EF19-E737CD7A57BC}"/>
          </ac:picMkLst>
        </pc:picChg>
        <pc:picChg chg="add mod">
          <ac:chgData name="Jéssica Adelaide Uamusse  Lemos" userId="S::jessica.lemos@ins.gov.mz::f71c816b-40f9-494e-972e-3b361e1d7769" providerId="AD" clId="Web-{FDAB30E1-4584-B3DB-91ED-3480DC72D3B7}" dt="2025-12-03T10:31:18.873" v="226" actId="14100"/>
          <ac:picMkLst>
            <pc:docMk/>
            <pc:sldMk cId="740540080" sldId="2147473129"/>
            <ac:picMk id="8" creationId="{FD50B8EC-1D49-A2A8-533A-A1F34EEAA670}"/>
          </ac:picMkLst>
        </pc:picChg>
      </pc:sldChg>
    </pc:docChg>
  </pc:docChgLst>
  <pc:docChgLst>
    <pc:chgData name="Mussagy Quimice" userId="S::mussagy.quimice@ins.gov.mz::a53779cf-0d3c-4a30-b533-d0185a7add5c" providerId="AD" clId="Web-{56313947-5D3D-3F2E-6435-C9CF8CBCC322}"/>
    <pc:docChg chg="addSld delSld modSld modSection">
      <pc:chgData name="Mussagy Quimice" userId="S::mussagy.quimice@ins.gov.mz::a53779cf-0d3c-4a30-b533-d0185a7add5c" providerId="AD" clId="Web-{56313947-5D3D-3F2E-6435-C9CF8CBCC322}" dt="2025-12-04T06:41:39.724" v="175" actId="14100"/>
      <pc:docMkLst>
        <pc:docMk/>
      </pc:docMkLst>
      <pc:sldChg chg="modSp">
        <pc:chgData name="Mussagy Quimice" userId="S::mussagy.quimice@ins.gov.mz::a53779cf-0d3c-4a30-b533-d0185a7add5c" providerId="AD" clId="Web-{56313947-5D3D-3F2E-6435-C9CF8CBCC322}" dt="2025-12-04T06:07:46.851" v="90" actId="20577"/>
        <pc:sldMkLst>
          <pc:docMk/>
          <pc:sldMk cId="1815208110" sldId="2147472923"/>
        </pc:sldMkLst>
        <pc:spChg chg="mod">
          <ac:chgData name="Mussagy Quimice" userId="S::mussagy.quimice@ins.gov.mz::a53779cf-0d3c-4a30-b533-d0185a7add5c" providerId="AD" clId="Web-{56313947-5D3D-3F2E-6435-C9CF8CBCC322}" dt="2025-12-04T06:07:46.851" v="90" actId="20577"/>
          <ac:spMkLst>
            <pc:docMk/>
            <pc:sldMk cId="1815208110" sldId="2147472923"/>
            <ac:spMk id="4" creationId="{A21FAC6D-1070-EC88-8DC8-D0D63F12193E}"/>
          </ac:spMkLst>
        </pc:spChg>
        <pc:spChg chg="mod">
          <ac:chgData name="Mussagy Quimice" userId="S::mussagy.quimice@ins.gov.mz::a53779cf-0d3c-4a30-b533-d0185a7add5c" providerId="AD" clId="Web-{56313947-5D3D-3F2E-6435-C9CF8CBCC322}" dt="2025-12-04T05:59:47.493" v="77" actId="20577"/>
          <ac:spMkLst>
            <pc:docMk/>
            <pc:sldMk cId="1815208110" sldId="2147472923"/>
            <ac:spMk id="7" creationId="{07175647-4E18-E8E8-0DA7-369E302505A2}"/>
          </ac:spMkLst>
        </pc:spChg>
      </pc:sldChg>
      <pc:sldChg chg="addSp modSp">
        <pc:chgData name="Mussagy Quimice" userId="S::mussagy.quimice@ins.gov.mz::a53779cf-0d3c-4a30-b533-d0185a7add5c" providerId="AD" clId="Web-{56313947-5D3D-3F2E-6435-C9CF8CBCC322}" dt="2025-12-04T05:34:18.526" v="12" actId="14100"/>
        <pc:sldMkLst>
          <pc:docMk/>
          <pc:sldMk cId="2487399260" sldId="2147473022"/>
        </pc:sldMkLst>
        <pc:picChg chg="add mod">
          <ac:chgData name="Mussagy Quimice" userId="S::mussagy.quimice@ins.gov.mz::a53779cf-0d3c-4a30-b533-d0185a7add5c" providerId="AD" clId="Web-{56313947-5D3D-3F2E-6435-C9CF8CBCC322}" dt="2025-12-04T05:34:05.213" v="7" actId="14100"/>
          <ac:picMkLst>
            <pc:docMk/>
            <pc:sldMk cId="2487399260" sldId="2147473022"/>
            <ac:picMk id="3" creationId="{C4AC1C74-0FCF-F283-A4A4-3753BA3609F2}"/>
          </ac:picMkLst>
        </pc:picChg>
        <pc:picChg chg="add mod">
          <ac:chgData name="Mussagy Quimice" userId="S::mussagy.quimice@ins.gov.mz::a53779cf-0d3c-4a30-b533-d0185a7add5c" providerId="AD" clId="Web-{56313947-5D3D-3F2E-6435-C9CF8CBCC322}" dt="2025-12-04T05:34:18.526" v="12" actId="14100"/>
          <ac:picMkLst>
            <pc:docMk/>
            <pc:sldMk cId="2487399260" sldId="2147473022"/>
            <ac:picMk id="6" creationId="{670ED10A-3234-93CD-1062-DA20D9325391}"/>
          </ac:picMkLst>
        </pc:picChg>
      </pc:sldChg>
      <pc:sldChg chg="addSp delSp modSp">
        <pc:chgData name="Mussagy Quimice" userId="S::mussagy.quimice@ins.gov.mz::a53779cf-0d3c-4a30-b533-d0185a7add5c" providerId="AD" clId="Web-{56313947-5D3D-3F2E-6435-C9CF8CBCC322}" dt="2025-12-04T05:47:21.428" v="35" actId="14100"/>
        <pc:sldMkLst>
          <pc:docMk/>
          <pc:sldMk cId="2200921952" sldId="2147473024"/>
        </pc:sldMkLst>
        <pc:picChg chg="add mod">
          <ac:chgData name="Mussagy Quimice" userId="S::mussagy.quimice@ins.gov.mz::a53779cf-0d3c-4a30-b533-d0185a7add5c" providerId="AD" clId="Web-{56313947-5D3D-3F2E-6435-C9CF8CBCC322}" dt="2025-12-04T05:46:00.897" v="30" actId="14100"/>
          <ac:picMkLst>
            <pc:docMk/>
            <pc:sldMk cId="2200921952" sldId="2147473024"/>
            <ac:picMk id="3" creationId="{00F23B37-0341-A4B9-6F9F-4CEE17BAD1C6}"/>
          </ac:picMkLst>
        </pc:picChg>
        <pc:picChg chg="del">
          <ac:chgData name="Mussagy Quimice" userId="S::mussagy.quimice@ins.gov.mz::a53779cf-0d3c-4a30-b533-d0185a7add5c" providerId="AD" clId="Web-{56313947-5D3D-3F2E-6435-C9CF8CBCC322}" dt="2025-12-04T05:46:05.976" v="31"/>
          <ac:picMkLst>
            <pc:docMk/>
            <pc:sldMk cId="2200921952" sldId="2147473024"/>
            <ac:picMk id="5" creationId="{4CA78BED-A16D-59F6-3B12-3BEDFED75406}"/>
          </ac:picMkLst>
        </pc:picChg>
        <pc:picChg chg="add mod">
          <ac:chgData name="Mussagy Quimice" userId="S::mussagy.quimice@ins.gov.mz::a53779cf-0d3c-4a30-b533-d0185a7add5c" providerId="AD" clId="Web-{56313947-5D3D-3F2E-6435-C9CF8CBCC322}" dt="2025-12-04T05:47:21.428" v="35" actId="14100"/>
          <ac:picMkLst>
            <pc:docMk/>
            <pc:sldMk cId="2200921952" sldId="2147473024"/>
            <ac:picMk id="6" creationId="{1E84A0D7-B526-F322-FEAF-306B591E9F13}"/>
          </ac:picMkLst>
        </pc:picChg>
        <pc:picChg chg="del">
          <ac:chgData name="Mussagy Quimice" userId="S::mussagy.quimice@ins.gov.mz::a53779cf-0d3c-4a30-b533-d0185a7add5c" providerId="AD" clId="Web-{56313947-5D3D-3F2E-6435-C9CF8CBCC322}" dt="2025-12-04T05:45:42.300" v="25"/>
          <ac:picMkLst>
            <pc:docMk/>
            <pc:sldMk cId="2200921952" sldId="2147473024"/>
            <ac:picMk id="7" creationId="{C1604C75-10D9-5698-2668-53C1931DD6E3}"/>
          </ac:picMkLst>
        </pc:picChg>
      </pc:sldChg>
      <pc:sldChg chg="addSp delSp modSp">
        <pc:chgData name="Mussagy Quimice" userId="S::mussagy.quimice@ins.gov.mz::a53779cf-0d3c-4a30-b533-d0185a7add5c" providerId="AD" clId="Web-{56313947-5D3D-3F2E-6435-C9CF8CBCC322}" dt="2025-12-04T06:37:16.936" v="135" actId="1076"/>
        <pc:sldMkLst>
          <pc:docMk/>
          <pc:sldMk cId="1071439128" sldId="2147473071"/>
        </pc:sldMkLst>
        <pc:graphicFrameChg chg="del">
          <ac:chgData name="Mussagy Quimice" userId="S::mussagy.quimice@ins.gov.mz::a53779cf-0d3c-4a30-b533-d0185a7add5c" providerId="AD" clId="Web-{56313947-5D3D-3F2E-6435-C9CF8CBCC322}" dt="2025-12-04T05:42:16.345" v="13"/>
          <ac:graphicFrameMkLst>
            <pc:docMk/>
            <pc:sldMk cId="1071439128" sldId="2147473071"/>
            <ac:graphicFrameMk id="5" creationId="{29DCB0DD-E36F-0A48-AE82-778C1FDBFF97}"/>
          </ac:graphicFrameMkLst>
        </pc:graphicFrameChg>
        <pc:picChg chg="add del mod">
          <ac:chgData name="Mussagy Quimice" userId="S::mussagy.quimice@ins.gov.mz::a53779cf-0d3c-4a30-b533-d0185a7add5c" providerId="AD" clId="Web-{56313947-5D3D-3F2E-6435-C9CF8CBCC322}" dt="2025-12-04T06:36:53.607" v="130"/>
          <ac:picMkLst>
            <pc:docMk/>
            <pc:sldMk cId="1071439128" sldId="2147473071"/>
            <ac:picMk id="4" creationId="{00C8E1AE-EA9B-1493-89D1-104D1E9660FD}"/>
          </ac:picMkLst>
        </pc:picChg>
        <pc:picChg chg="add mod">
          <ac:chgData name="Mussagy Quimice" userId="S::mussagy.quimice@ins.gov.mz::a53779cf-0d3c-4a30-b533-d0185a7add5c" providerId="AD" clId="Web-{56313947-5D3D-3F2E-6435-C9CF8CBCC322}" dt="2025-12-04T06:37:16.936" v="135" actId="1076"/>
          <ac:picMkLst>
            <pc:docMk/>
            <pc:sldMk cId="1071439128" sldId="2147473071"/>
            <ac:picMk id="6" creationId="{686AD743-35DF-B9E9-4805-D59AF4035140}"/>
          </ac:picMkLst>
        </pc:picChg>
      </pc:sldChg>
      <pc:sldChg chg="modSp add del">
        <pc:chgData name="Mussagy Quimice" userId="S::mussagy.quimice@ins.gov.mz::a53779cf-0d3c-4a30-b533-d0185a7add5c" providerId="AD" clId="Web-{56313947-5D3D-3F2E-6435-C9CF8CBCC322}" dt="2025-12-04T06:37:31.342" v="136"/>
        <pc:sldMkLst>
          <pc:docMk/>
          <pc:sldMk cId="4142600657" sldId="2147473078"/>
        </pc:sldMkLst>
        <pc:graphicFrameChg chg="mod modGraphic">
          <ac:chgData name="Mussagy Quimice" userId="S::mussagy.quimice@ins.gov.mz::a53779cf-0d3c-4a30-b533-d0185a7add5c" providerId="AD" clId="Web-{56313947-5D3D-3F2E-6435-C9CF8CBCC322}" dt="2025-12-04T06:25:20.151" v="115"/>
          <ac:graphicFrameMkLst>
            <pc:docMk/>
            <pc:sldMk cId="4142600657" sldId="2147473078"/>
            <ac:graphicFrameMk id="4" creationId="{38EE3B88-1BF1-1C4A-9A24-D2EADE3F5A89}"/>
          </ac:graphicFrameMkLst>
        </pc:graphicFrameChg>
      </pc:sldChg>
      <pc:sldChg chg="modSp add">
        <pc:chgData name="Mussagy Quimice" userId="S::mussagy.quimice@ins.gov.mz::a53779cf-0d3c-4a30-b533-d0185a7add5c" providerId="AD" clId="Web-{56313947-5D3D-3F2E-6435-C9CF8CBCC322}" dt="2025-12-04T05:44:41.846" v="23"/>
        <pc:sldMkLst>
          <pc:docMk/>
          <pc:sldMk cId="1929090840" sldId="2147473079"/>
        </pc:sldMkLst>
        <pc:graphicFrameChg chg="mod modGraphic">
          <ac:chgData name="Mussagy Quimice" userId="S::mussagy.quimice@ins.gov.mz::a53779cf-0d3c-4a30-b533-d0185a7add5c" providerId="AD" clId="Web-{56313947-5D3D-3F2E-6435-C9CF8CBCC322}" dt="2025-12-04T05:44:41.846" v="23"/>
          <ac:graphicFrameMkLst>
            <pc:docMk/>
            <pc:sldMk cId="1929090840" sldId="2147473079"/>
            <ac:graphicFrameMk id="4" creationId="{A378F4C0-7316-7345-FF43-B656CFFB5BE8}"/>
          </ac:graphicFrameMkLst>
        </pc:graphicFrameChg>
      </pc:sldChg>
      <pc:sldChg chg="addSp delSp modSp">
        <pc:chgData name="Mussagy Quimice" userId="S::mussagy.quimice@ins.gov.mz::a53779cf-0d3c-4a30-b533-d0185a7add5c" providerId="AD" clId="Web-{56313947-5D3D-3F2E-6435-C9CF8CBCC322}" dt="2025-12-04T06:39:51.267" v="156"/>
        <pc:sldMkLst>
          <pc:docMk/>
          <pc:sldMk cId="3559548786" sldId="2147473116"/>
        </pc:sldMkLst>
        <pc:picChg chg="del">
          <ac:chgData name="Mussagy Quimice" userId="S::mussagy.quimice@ins.gov.mz::a53779cf-0d3c-4a30-b533-d0185a7add5c" providerId="AD" clId="Web-{56313947-5D3D-3F2E-6435-C9CF8CBCC322}" dt="2025-12-04T06:27:15.205" v="117"/>
          <ac:picMkLst>
            <pc:docMk/>
            <pc:sldMk cId="3559548786" sldId="2147473116"/>
            <ac:picMk id="3" creationId="{B4830691-4FD6-D4FA-1215-CB9AAE13DDD3}"/>
          </ac:picMkLst>
        </pc:picChg>
        <pc:picChg chg="del">
          <ac:chgData name="Mussagy Quimice" userId="S::mussagy.quimice@ins.gov.mz::a53779cf-0d3c-4a30-b533-d0185a7add5c" providerId="AD" clId="Web-{56313947-5D3D-3F2E-6435-C9CF8CBCC322}" dt="2025-12-04T06:27:13.643" v="116"/>
          <ac:picMkLst>
            <pc:docMk/>
            <pc:sldMk cId="3559548786" sldId="2147473116"/>
            <ac:picMk id="4" creationId="{2A58CBB0-7CB3-418A-AAA2-8A7D1195F0D7}"/>
          </ac:picMkLst>
        </pc:picChg>
        <pc:picChg chg="add del mod">
          <ac:chgData name="Mussagy Quimice" userId="S::mussagy.quimice@ins.gov.mz::a53779cf-0d3c-4a30-b533-d0185a7add5c" providerId="AD" clId="Web-{56313947-5D3D-3F2E-6435-C9CF8CBCC322}" dt="2025-12-04T06:39:51.267" v="156"/>
          <ac:picMkLst>
            <pc:docMk/>
            <pc:sldMk cId="3559548786" sldId="2147473116"/>
            <ac:picMk id="5" creationId="{16000E97-EE03-4D2A-1E83-DAB7FF859969}"/>
          </ac:picMkLst>
        </pc:picChg>
        <pc:picChg chg="add del mod">
          <ac:chgData name="Mussagy Quimice" userId="S::mussagy.quimice@ins.gov.mz::a53779cf-0d3c-4a30-b533-d0185a7add5c" providerId="AD" clId="Web-{56313947-5D3D-3F2E-6435-C9CF8CBCC322}" dt="2025-12-04T06:39:49.611" v="155"/>
          <ac:picMkLst>
            <pc:docMk/>
            <pc:sldMk cId="3559548786" sldId="2147473116"/>
            <ac:picMk id="6" creationId="{FA5E24F9-C851-B4BB-3ECC-DCB44F1023D3}"/>
          </ac:picMkLst>
        </pc:picChg>
      </pc:sldChg>
      <pc:sldChg chg="addSp delSp modSp">
        <pc:chgData name="Mussagy Quimice" userId="S::mussagy.quimice@ins.gov.mz::a53779cf-0d3c-4a30-b533-d0185a7add5c" providerId="AD" clId="Web-{56313947-5D3D-3F2E-6435-C9CF8CBCC322}" dt="2025-12-04T06:41:39.724" v="175" actId="14100"/>
        <pc:sldMkLst>
          <pc:docMk/>
          <pc:sldMk cId="990949914" sldId="2147473122"/>
        </pc:sldMkLst>
        <pc:spChg chg="mod">
          <ac:chgData name="Mussagy Quimice" userId="S::mussagy.quimice@ins.gov.mz::a53779cf-0d3c-4a30-b533-d0185a7add5c" providerId="AD" clId="Web-{56313947-5D3D-3F2E-6435-C9CF8CBCC322}" dt="2025-12-04T06:30:05.712" v="128" actId="14100"/>
          <ac:spMkLst>
            <pc:docMk/>
            <pc:sldMk cId="990949914" sldId="2147473122"/>
            <ac:spMk id="2" creationId="{BD2D9605-93F6-01EF-5816-87FAE80CD1DC}"/>
          </ac:spMkLst>
        </pc:spChg>
        <pc:picChg chg="del">
          <ac:chgData name="Mussagy Quimice" userId="S::mussagy.quimice@ins.gov.mz::a53779cf-0d3c-4a30-b533-d0185a7add5c" providerId="AD" clId="Web-{56313947-5D3D-3F2E-6435-C9CF8CBCC322}" dt="2025-12-04T06:29:43.086" v="122"/>
          <ac:picMkLst>
            <pc:docMk/>
            <pc:sldMk cId="990949914" sldId="2147473122"/>
            <ac:picMk id="3" creationId="{AFC104E8-FF9A-4C80-2B9E-C4AF0184559E}"/>
          </ac:picMkLst>
        </pc:picChg>
        <pc:picChg chg="add mod">
          <ac:chgData name="Mussagy Quimice" userId="S::mussagy.quimice@ins.gov.mz::a53779cf-0d3c-4a30-b533-d0185a7add5c" providerId="AD" clId="Web-{56313947-5D3D-3F2E-6435-C9CF8CBCC322}" dt="2025-12-04T05:56:54.219" v="46" actId="14100"/>
          <ac:picMkLst>
            <pc:docMk/>
            <pc:sldMk cId="990949914" sldId="2147473122"/>
            <ac:picMk id="4" creationId="{6D3174EB-265D-14D0-38BA-5E16AA6E7ED7}"/>
          </ac:picMkLst>
        </pc:picChg>
        <pc:picChg chg="del">
          <ac:chgData name="Mussagy Quimice" userId="S::mussagy.quimice@ins.gov.mz::a53779cf-0d3c-4a30-b533-d0185a7add5c" providerId="AD" clId="Web-{56313947-5D3D-3F2E-6435-C9CF8CBCC322}" dt="2025-12-04T05:56:35.297" v="41"/>
          <ac:picMkLst>
            <pc:docMk/>
            <pc:sldMk cId="990949914" sldId="2147473122"/>
            <ac:picMk id="5" creationId="{837F4755-B39B-E974-94F5-2BFBF12EC8B9}"/>
          </ac:picMkLst>
        </pc:picChg>
        <pc:picChg chg="add del mod">
          <ac:chgData name="Mussagy Quimice" userId="S::mussagy.quimice@ins.gov.mz::a53779cf-0d3c-4a30-b533-d0185a7add5c" providerId="AD" clId="Web-{56313947-5D3D-3F2E-6435-C9CF8CBCC322}" dt="2025-12-04T06:41:04.534" v="169"/>
          <ac:picMkLst>
            <pc:docMk/>
            <pc:sldMk cId="990949914" sldId="2147473122"/>
            <ac:picMk id="6" creationId="{54175B3E-776C-E4A4-5007-3F78377BCA1C}"/>
          </ac:picMkLst>
        </pc:picChg>
        <pc:picChg chg="add del mod">
          <ac:chgData name="Mussagy Quimice" userId="S::mussagy.quimice@ins.gov.mz::a53779cf-0d3c-4a30-b533-d0185a7add5c" providerId="AD" clId="Web-{56313947-5D3D-3F2E-6435-C9CF8CBCC322}" dt="2025-12-04T06:40:07.330" v="161"/>
          <ac:picMkLst>
            <pc:docMk/>
            <pc:sldMk cId="990949914" sldId="2147473122"/>
            <ac:picMk id="7" creationId="{E011CA97-295C-E093-ABE0-75381CFF6958}"/>
          </ac:picMkLst>
        </pc:picChg>
        <pc:picChg chg="add mod">
          <ac:chgData name="Mussagy Quimice" userId="S::mussagy.quimice@ins.gov.mz::a53779cf-0d3c-4a30-b533-d0185a7add5c" providerId="AD" clId="Web-{56313947-5D3D-3F2E-6435-C9CF8CBCC322}" dt="2025-12-04T06:41:39.724" v="175" actId="14100"/>
          <ac:picMkLst>
            <pc:docMk/>
            <pc:sldMk cId="990949914" sldId="2147473122"/>
            <ac:picMk id="8" creationId="{A40F2506-5F99-4CBF-EB17-9C621B8770D0}"/>
          </ac:picMkLst>
        </pc:picChg>
      </pc:sldChg>
      <pc:sldChg chg="addSp delSp modSp">
        <pc:chgData name="Mussagy Quimice" userId="S::mussagy.quimice@ins.gov.mz::a53779cf-0d3c-4a30-b533-d0185a7add5c" providerId="AD" clId="Web-{56313947-5D3D-3F2E-6435-C9CF8CBCC322}" dt="2025-12-04T06:40:49.299" v="168" actId="14100"/>
        <pc:sldMkLst>
          <pc:docMk/>
          <pc:sldMk cId="3453473638" sldId="2147473123"/>
        </pc:sldMkLst>
        <pc:picChg chg="add mod">
          <ac:chgData name="Mussagy Quimice" userId="S::mussagy.quimice@ins.gov.mz::a53779cf-0d3c-4a30-b533-d0185a7add5c" providerId="AD" clId="Web-{56313947-5D3D-3F2E-6435-C9CF8CBCC322}" dt="2025-12-04T05:54:17.390" v="40" actId="14100"/>
          <ac:picMkLst>
            <pc:docMk/>
            <pc:sldMk cId="3453473638" sldId="2147473123"/>
            <ac:picMk id="3" creationId="{F8BC604A-FBED-20DB-8275-346ADA987DEB}"/>
          </ac:picMkLst>
        </pc:picChg>
        <pc:picChg chg="del">
          <ac:chgData name="Mussagy Quimice" userId="S::mussagy.quimice@ins.gov.mz::a53779cf-0d3c-4a30-b533-d0185a7add5c" providerId="AD" clId="Web-{56313947-5D3D-3F2E-6435-C9CF8CBCC322}" dt="2025-12-04T06:40:33.080" v="163"/>
          <ac:picMkLst>
            <pc:docMk/>
            <pc:sldMk cId="3453473638" sldId="2147473123"/>
            <ac:picMk id="4" creationId="{51B4C0D0-23A4-F3FF-934D-65CD35ED1BE9}"/>
          </ac:picMkLst>
        </pc:picChg>
        <pc:picChg chg="add mod">
          <ac:chgData name="Mussagy Quimice" userId="S::mussagy.quimice@ins.gov.mz::a53779cf-0d3c-4a30-b533-d0185a7add5c" providerId="AD" clId="Web-{56313947-5D3D-3F2E-6435-C9CF8CBCC322}" dt="2025-12-04T06:40:49.299" v="168" actId="14100"/>
          <ac:picMkLst>
            <pc:docMk/>
            <pc:sldMk cId="3453473638" sldId="2147473123"/>
            <ac:picMk id="5" creationId="{8BA9B934-F084-2B77-6C1E-CC38DE204D84}"/>
          </ac:picMkLst>
        </pc:picChg>
        <pc:picChg chg="del">
          <ac:chgData name="Mussagy Quimice" userId="S::mussagy.quimice@ins.gov.mz::a53779cf-0d3c-4a30-b533-d0185a7add5c" providerId="AD" clId="Web-{56313947-5D3D-3F2E-6435-C9CF8CBCC322}" dt="2025-12-04T05:54:02.202" v="36"/>
          <ac:picMkLst>
            <pc:docMk/>
            <pc:sldMk cId="3453473638" sldId="2147473123"/>
            <ac:picMk id="6" creationId="{0CC14D95-9FFF-79AF-F365-DF18B6AB270B}"/>
          </ac:picMkLst>
        </pc:picChg>
      </pc:sldChg>
      <pc:sldChg chg="addSp delSp modSp">
        <pc:chgData name="Mussagy Quimice" userId="S::mussagy.quimice@ins.gov.mz::a53779cf-0d3c-4a30-b533-d0185a7add5c" providerId="AD" clId="Web-{56313947-5D3D-3F2E-6435-C9CF8CBCC322}" dt="2025-12-04T06:15:04.970" v="101" actId="14100"/>
        <pc:sldMkLst>
          <pc:docMk/>
          <pc:sldMk cId="740540080" sldId="2147473129"/>
        </pc:sldMkLst>
        <pc:picChg chg="add mod">
          <ac:chgData name="Mussagy Quimice" userId="S::mussagy.quimice@ins.gov.mz::a53779cf-0d3c-4a30-b533-d0185a7add5c" providerId="AD" clId="Web-{56313947-5D3D-3F2E-6435-C9CF8CBCC322}" dt="2025-12-04T06:15:04.970" v="101" actId="14100"/>
          <ac:picMkLst>
            <pc:docMk/>
            <pc:sldMk cId="740540080" sldId="2147473129"/>
            <ac:picMk id="3" creationId="{9A407180-EDE6-53B8-75D7-86A967D4DA39}"/>
          </ac:picMkLst>
        </pc:picChg>
        <pc:picChg chg="del mod">
          <ac:chgData name="Mussagy Quimice" userId="S::mussagy.quimice@ins.gov.mz::a53779cf-0d3c-4a30-b533-d0185a7add5c" providerId="AD" clId="Web-{56313947-5D3D-3F2E-6435-C9CF8CBCC322}" dt="2025-12-04T06:14:33.189" v="92"/>
          <ac:picMkLst>
            <pc:docMk/>
            <pc:sldMk cId="740540080" sldId="2147473129"/>
            <ac:picMk id="6" creationId="{8E0EB8BF-6F04-4DF5-B6DC-7A9E4907179A}"/>
          </ac:picMkLst>
        </pc:picChg>
        <pc:picChg chg="mod">
          <ac:chgData name="Mussagy Quimice" userId="S::mussagy.quimice@ins.gov.mz::a53779cf-0d3c-4a30-b533-d0185a7add5c" providerId="AD" clId="Web-{56313947-5D3D-3F2E-6435-C9CF8CBCC322}" dt="2025-12-04T06:14:55.986" v="98" actId="14100"/>
          <ac:picMkLst>
            <pc:docMk/>
            <pc:sldMk cId="740540080" sldId="2147473129"/>
            <ac:picMk id="8" creationId="{FD50B8EC-1D49-A2A8-533A-A1F34EEAA670}"/>
          </ac:picMkLst>
        </pc:picChg>
      </pc:sldChg>
      <pc:sldChg chg="del">
        <pc:chgData name="Mussagy Quimice" userId="S::mussagy.quimice@ins.gov.mz::a53779cf-0d3c-4a30-b533-d0185a7add5c" providerId="AD" clId="Web-{56313947-5D3D-3F2E-6435-C9CF8CBCC322}" dt="2025-12-04T06:24:33.679" v="103"/>
        <pc:sldMkLst>
          <pc:docMk/>
          <pc:sldMk cId="185359139" sldId="2147473134"/>
        </pc:sldMkLst>
      </pc:sldChg>
      <pc:sldChg chg="del">
        <pc:chgData name="Mussagy Quimice" userId="S::mussagy.quimice@ins.gov.mz::a53779cf-0d3c-4a30-b533-d0185a7add5c" providerId="AD" clId="Web-{56313947-5D3D-3F2E-6435-C9CF8CBCC322}" dt="2025-12-04T05:44:45.017" v="24"/>
        <pc:sldMkLst>
          <pc:docMk/>
          <pc:sldMk cId="2217291617" sldId="2147473135"/>
        </pc:sldMkLst>
      </pc:sldChg>
      <pc:sldChg chg="add">
        <pc:chgData name="Mussagy Quimice" userId="S::mussagy.quimice@ins.gov.mz::a53779cf-0d3c-4a30-b533-d0185a7add5c" providerId="AD" clId="Web-{56313947-5D3D-3F2E-6435-C9CF8CBCC322}" dt="2025-12-04T06:35:37.136" v="129"/>
        <pc:sldMkLst>
          <pc:docMk/>
          <pc:sldMk cId="1050345446" sldId="21474731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DAE5E7-B9F8-46AE-536A-A5E37F60E9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9A6029-4E02-F917-62BC-2C4C588228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73F45-F0A1-4A59-9A48-737A79B6B852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96024-3AA5-F446-35AE-711EA918B6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4455E-163D-58A3-0450-E349C293A7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D6968-3151-4772-A4AF-FC3221677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8472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694E4-AC3D-4C26-9EF2-E84CC29BDB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C424C-65C8-427F-B38B-A6F71098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4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B923C-4C24-4515-B6F8-6A9DE6239C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21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B8D60-736E-8118-4B87-2FB6BE63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99675-A2D3-7495-1FC7-A307F7BB9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0BC34-012F-2209-272A-0E85C0C9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FD57F-5213-3226-DEA7-17E8D664D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13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6725-4541-5E6F-A342-ACE439F1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2A941-690F-5005-A5FD-6216F193C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C9BCD-68B2-2A32-182F-F2000F6B9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388B0-9162-C589-2016-6907561C5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7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6EB2-748D-4221-618C-5813C464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33B4C-40CA-4BDC-478F-7AA5015D1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E2B20-BA61-A26F-4801-5A01D97D9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A4855-2764-01B4-5BBC-238C3AB83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1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95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8847E-B6A5-956C-01D0-22D298919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8A539-AC8B-8D61-4672-77E4E7BD9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558BE-97DA-2D79-DB5C-A5E817AD9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052D7-7B59-F49E-BEBB-D643EC26F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59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11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236A-7412-776C-641A-28A0D141C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25AA0-5A45-62C6-006F-7CB72E727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9B8D4-7A49-CFBC-388A-BBB44676A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D94F0-68D5-5F48-FBAF-74AA24FA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1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69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0255-25F6-5BCD-FD5F-6ADE7EC2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48BED-8414-1FDB-4D3F-D97FB8C0B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8A2CF-DEC4-045E-84C9-6FEC9E227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555FB-D213-C357-7233-601ECD783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21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3CCA-34E8-1A47-BE6E-6ABEB91F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5809B-B5B3-935D-4C42-8C2CD434D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FDB58-AD6E-0077-7D12-152D45B2A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7B861-49D4-3C80-3BE0-5E1B8BF05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48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15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C424C-65C8-427F-B38B-A6F71098A67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2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flag on the side&#10;&#10;Description automatically generated">
            <a:extLst>
              <a:ext uri="{FF2B5EF4-FFF2-40B4-BE49-F238E27FC236}">
                <a16:creationId xmlns:a16="http://schemas.microsoft.com/office/drawing/2014/main" id="{37D64C93-74A3-3D06-5679-EAA298E63D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25"/>
            <a:ext cx="12192000" cy="6850863"/>
          </a:xfrm>
          <a:prstGeom prst="rect">
            <a:avLst/>
          </a:prstGeom>
        </p:spPr>
      </p:pic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6D53A60-22AC-8EFD-0CE4-5035536FF0DD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1889A">
                  <a:alpha val="6000"/>
                </a:srgbClr>
              </a:gs>
              <a:gs pos="100000">
                <a:srgbClr val="C00000"/>
              </a:gs>
            </a:gsLst>
            <a:lin ang="0" scaled="1"/>
            <a:tileRect/>
          </a:gradFill>
          <a:ln w="381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700" b="1">
              <a:solidFill>
                <a:schemeClr val="tx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31B763-C4E7-E4C1-C62C-56B3AF54F6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982" y="4624149"/>
            <a:ext cx="3527467" cy="433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1">
                <a:solidFill>
                  <a:srgbClr val="42849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cargo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435CDEF-DD53-8691-E2D8-298A569AB6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983" y="1670173"/>
            <a:ext cx="4124862" cy="2096077"/>
          </a:xfrm>
          <a:prstGeom prst="rect">
            <a:avLst/>
          </a:prstGeom>
          <a:ln>
            <a:solidFill>
              <a:srgbClr val="007489"/>
            </a:solidFill>
          </a:ln>
        </p:spPr>
        <p:txBody>
          <a:bodyPr/>
          <a:lstStyle>
            <a:lvl1pPr marL="0" indent="0" algn="l">
              <a:buNone/>
              <a:defRPr sz="3600" b="1">
                <a:solidFill>
                  <a:srgbClr val="00748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tema</a:t>
            </a:r>
            <a:r>
              <a:rPr lang="en-US"/>
              <a:t> da </a:t>
            </a:r>
            <a:r>
              <a:rPr lang="en-US" err="1"/>
              <a:t>apresentação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5CEB55EB-C570-579D-22CA-93EFB7989B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9492" y="5397963"/>
            <a:ext cx="5324276" cy="5847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>
                <a:solidFill>
                  <a:srgbClr val="42849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a data </a:t>
            </a:r>
            <a:r>
              <a:rPr lang="en-US" err="1"/>
              <a:t>aqui</a:t>
            </a:r>
            <a:r>
              <a:rPr lang="en-US"/>
              <a:t> [Ex: 02 de Janeiro de 2024]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7B8FE87-2DFD-21AD-EEE2-E28F098955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1982" y="4045130"/>
            <a:ext cx="3926177" cy="46301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 i="1">
                <a:solidFill>
                  <a:srgbClr val="AD2F30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nome</a:t>
            </a:r>
            <a:r>
              <a:rPr lang="en-US"/>
              <a:t> do(a) </a:t>
            </a:r>
            <a:r>
              <a:rPr lang="en-US" err="1"/>
              <a:t>presentador</a:t>
            </a:r>
            <a:r>
              <a:rPr lang="en-US"/>
              <a:t>(a)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59044-517A-48D0-CFE7-32824B0C2E40}"/>
              </a:ext>
            </a:extLst>
          </p:cNvPr>
          <p:cNvSpPr txBox="1">
            <a:spLocks/>
          </p:cNvSpPr>
          <p:nvPr userDrawn="1"/>
        </p:nvSpPr>
        <p:spPr>
          <a:xfrm>
            <a:off x="10450286" y="6550417"/>
            <a:ext cx="1402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100">
                <a:solidFill>
                  <a:schemeClr val="bg1"/>
                </a:solidFill>
                <a:latin typeface="Calibri" panose="020F0502020204030204" pitchFamily="34" charset="0"/>
              </a:rPr>
              <a:t>INS/2024/xyz</a:t>
            </a:r>
            <a:endParaRPr lang="pt-PT" sz="110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839C76-CB01-1B03-1C91-13A83F4F54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1982" y="92944"/>
            <a:ext cx="27178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43BD6-DAA0-670D-0C43-826DF992E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5049" y="250825"/>
            <a:ext cx="10508257" cy="672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 b="1">
                <a:solidFill>
                  <a:srgbClr val="00748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EE1AAAA-D3F5-85D0-CFF8-698571CF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3306" y="6374279"/>
            <a:ext cx="484918" cy="365125"/>
          </a:xfrm>
          <a:prstGeom prst="rect">
            <a:avLst/>
          </a:prstGeom>
        </p:spPr>
        <p:txBody>
          <a:bodyPr/>
          <a:lstStyle/>
          <a:p>
            <a:fld id="{B24ECFD5-618A-4511-8858-C8BF20FC633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lide Number Placeholder 23">
            <a:extLst>
              <a:ext uri="{FF2B5EF4-FFF2-40B4-BE49-F238E27FC236}">
                <a16:creationId xmlns:a16="http://schemas.microsoft.com/office/drawing/2014/main" id="{15D03271-1D41-DB56-BCFC-78AFAD30AD02}"/>
              </a:ext>
            </a:extLst>
          </p:cNvPr>
          <p:cNvSpPr txBox="1">
            <a:spLocks/>
          </p:cNvSpPr>
          <p:nvPr userDrawn="1"/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24ECFD5-618A-4511-8858-C8BF20FC6330}" type="slidenum">
              <a:rPr lang="en-US" sz="1400" smtClean="0"/>
              <a:pPr algn="ctr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40971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3">
            <a:extLst>
              <a:ext uri="{FF2B5EF4-FFF2-40B4-BE49-F238E27FC236}">
                <a16:creationId xmlns:a16="http://schemas.microsoft.com/office/drawing/2014/main" id="{D262A90C-1112-0C73-2592-BC82A35B8942}"/>
              </a:ext>
            </a:extLst>
          </p:cNvPr>
          <p:cNvSpPr txBox="1">
            <a:spLocks/>
          </p:cNvSpPr>
          <p:nvPr userDrawn="1"/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24ECFD5-618A-4511-8858-C8BF20FC6330}" type="slidenum">
              <a:rPr lang="en-US" sz="1400" smtClean="0"/>
              <a:pPr algn="ctr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88126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E2BF87-6DE0-C996-3157-93AECEB77EF1}"/>
              </a:ext>
            </a:extLst>
          </p:cNvPr>
          <p:cNvCxnSpPr/>
          <p:nvPr/>
        </p:nvCxnSpPr>
        <p:spPr>
          <a:xfrm>
            <a:off x="571500" y="1857375"/>
            <a:ext cx="11277600" cy="0"/>
          </a:xfrm>
          <a:prstGeom prst="line">
            <a:avLst/>
          </a:prstGeom>
          <a:ln w="57150">
            <a:solidFill>
              <a:srgbClr val="8E3A6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4620D074-9D8A-28D9-AFD8-5AA057DB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3C2F6-AD89-734B-8D4E-FA476A7071FB}" type="datetimeFigureOut">
              <a:rPr lang="en-US"/>
              <a:pPr>
                <a:defRPr/>
              </a:pPr>
              <a:t>12/4/2025</a:t>
            </a:fld>
            <a:endParaRPr lang="en-US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1538E6F5-5616-CA80-CFF8-86B7651D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9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BE37D9E7-701B-470C-9551-6A4320612856}"/>
              </a:ext>
            </a:extLst>
          </p:cNvPr>
          <p:cNvSpPr>
            <a:spLocks/>
          </p:cNvSpPr>
          <p:nvPr/>
        </p:nvSpPr>
        <p:spPr bwMode="auto">
          <a:xfrm rot="420000" flipV="1">
            <a:off x="4220633" y="1108075"/>
            <a:ext cx="7010400" cy="4114800"/>
          </a:xfrm>
          <a:custGeom>
            <a:avLst/>
            <a:gdLst>
              <a:gd name="T0" fmla="*/ 5257800 w 5257800"/>
              <a:gd name="T1" fmla="*/ 2057400 h 4114800"/>
              <a:gd name="T2" fmla="*/ 2628900 w 5257800"/>
              <a:gd name="T3" fmla="*/ 4114800 h 4114800"/>
              <a:gd name="T4" fmla="*/ 0 w 5257800"/>
              <a:gd name="T5" fmla="*/ 2057400 h 4114800"/>
              <a:gd name="T6" fmla="*/ 2628900 w 5257800"/>
              <a:gd name="T7" fmla="*/ 0 h 41148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5257800"/>
              <a:gd name="T13" fmla="*/ 0 h 4114800"/>
              <a:gd name="T14" fmla="*/ 5182785 w 5257800"/>
              <a:gd name="T15" fmla="*/ 4114800 h 4114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 cap="rnd" cmpd="sng">
            <a:solidFill>
              <a:srgbClr val="C0C0C0"/>
            </a:solidFill>
            <a:prstDash val="solid"/>
            <a:round/>
            <a:headEnd/>
            <a:tailEnd/>
          </a:ln>
          <a:effectLst>
            <a:outerShdw blurRad="63500" dist="38500" dir="7500041" sx="98500" sy="100079" kx="99984" algn="tl" rotWithShape="0">
              <a:srgbClr val="000000">
                <a:alpha val="25000"/>
              </a:srgbClr>
            </a:outerShdw>
          </a:effectLst>
        </p:spPr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659ED677-809C-4618-9F5D-215F5E8379E9}"/>
              </a:ext>
            </a:extLst>
          </p:cNvPr>
          <p:cNvSpPr>
            <a:spLocks noChangeArrowheads="1"/>
          </p:cNvSpPr>
          <p:nvPr/>
        </p:nvSpPr>
        <p:spPr bwMode="auto"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  <a:headEnd/>
            <a:tailEnd/>
          </a:ln>
          <a:effectLst>
            <a:outerShdw blurRad="63500" dist="6350" dir="12899787" algn="tl" rotWithShape="0">
              <a:srgbClr val="000000">
                <a:alpha val="46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>
            <a:normAutofit/>
          </a:bodyPr>
          <a:lstStyle>
            <a:lvl1pPr algn="l">
              <a:buNone/>
              <a:defRPr sz="2400" b="1">
                <a:solidFill>
                  <a:srgbClr val="0039A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1633145-05A8-4CD3-8D7F-0F917460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C234CC3-F4B5-4B71-B1BA-469D65C15568}" type="datetime1">
              <a:rPr lang="en-US" altLang="en-US" smtClean="0"/>
              <a:t>12/4/2025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05C711F-EE0E-4B82-9F9A-DB45F849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65F-E755-29A1-FFB8-7A7D0F1B9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8B2C3C-B965-1ED6-0D92-4E051CCD8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092CB-F062-863D-BAD9-017195F65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FA08-6A7A-4BC9-942A-87E17A965ABD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09EE1-D0BB-EC02-7169-D4CF9EF6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489D6-D046-3F48-7AFE-121E50F1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E67C4-7BEE-44AA-B3D3-A7D08533A53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2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rgbClr val="AD2F3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rgbClr val="007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367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43BD6-DAA0-670D-0C43-826DF992ED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5049" y="250825"/>
            <a:ext cx="10508257" cy="672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 b="1">
                <a:solidFill>
                  <a:srgbClr val="007489"/>
                </a:solidFill>
              </a:defRPr>
            </a:lvl1pPr>
          </a:lstStyle>
          <a:p>
            <a:pPr lvl="0"/>
            <a:r>
              <a:rPr lang="en-US" err="1"/>
              <a:t>Insira</a:t>
            </a:r>
            <a:r>
              <a:rPr lang="en-US"/>
              <a:t> o </a:t>
            </a:r>
            <a:r>
              <a:rPr lang="en-US" err="1"/>
              <a:t>título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EE1AAAA-D3F5-85D0-CFF8-698571CF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3306" y="6374279"/>
            <a:ext cx="484918" cy="365125"/>
          </a:xfrm>
          <a:prstGeom prst="rect">
            <a:avLst/>
          </a:prstGeom>
        </p:spPr>
        <p:txBody>
          <a:bodyPr/>
          <a:lstStyle/>
          <a:p>
            <a:fld id="{B24ECFD5-618A-4511-8858-C8BF20FC633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lide Number Placeholder 23">
            <a:extLst>
              <a:ext uri="{FF2B5EF4-FFF2-40B4-BE49-F238E27FC236}">
                <a16:creationId xmlns:a16="http://schemas.microsoft.com/office/drawing/2014/main" id="{15D03271-1D41-DB56-BCFC-78AFAD30AD02}"/>
              </a:ext>
            </a:extLst>
          </p:cNvPr>
          <p:cNvSpPr txBox="1">
            <a:spLocks/>
          </p:cNvSpPr>
          <p:nvPr userDrawn="1"/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24ECFD5-618A-4511-8858-C8BF20FC6330}" type="slidenum">
              <a:rPr lang="en-US" sz="1400" smtClean="0"/>
              <a:pPr algn="ctr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857681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FABEF0A7-5483-1C72-2FB8-050F8F40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79977"/>
            <a:ext cx="11671558" cy="809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A logo with text on it&#10;&#10;Description automatically generated">
            <a:extLst>
              <a:ext uri="{FF2B5EF4-FFF2-40B4-BE49-F238E27FC236}">
                <a16:creationId xmlns:a16="http://schemas.microsoft.com/office/drawing/2014/main" id="{1A8BC7E8-1A00-6865-4954-F881AC8CFF5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164" y="6108034"/>
            <a:ext cx="1056994" cy="569989"/>
          </a:xfrm>
          <a:prstGeom prst="rect">
            <a:avLst/>
          </a:prstGeom>
        </p:spPr>
      </p:pic>
      <p:sp>
        <p:nvSpPr>
          <p:cNvPr id="6" name="Slide Number Placeholder 23">
            <a:extLst>
              <a:ext uri="{FF2B5EF4-FFF2-40B4-BE49-F238E27FC236}">
                <a16:creationId xmlns:a16="http://schemas.microsoft.com/office/drawing/2014/main" id="{A76CCE84-A1A8-78CA-C1DC-95F8A7609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921" y="6391257"/>
            <a:ext cx="484918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ctr"/>
            <a:fld id="{B24ECFD5-618A-4511-8858-C8BF20FC6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E5F05BC-4C32-EF95-E63B-352FA6E9C1EA}"/>
              </a:ext>
            </a:extLst>
          </p:cNvPr>
          <p:cNvSpPr/>
          <p:nvPr userDrawn="1"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rgbClr val="007489">
              <a:alpha val="5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5" name="Picture 4" descr="A white background with red border&#10;&#10;Description automatically generated">
            <a:extLst>
              <a:ext uri="{FF2B5EF4-FFF2-40B4-BE49-F238E27FC236}">
                <a16:creationId xmlns:a16="http://schemas.microsoft.com/office/drawing/2014/main" id="{58C0DE86-23A5-9034-74D3-8B96452CE12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8"/>
            <a:ext cx="12198352" cy="6854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14768D-D083-4474-B96C-E8F8F7C779D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659706" y="5968314"/>
            <a:ext cx="1367452" cy="72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6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55" r:id="rId3"/>
    <p:sldLayoutId id="2147483658" r:id="rId4"/>
    <p:sldLayoutId id="2147483660" r:id="rId5"/>
    <p:sldLayoutId id="2147483661" r:id="rId6"/>
    <p:sldLayoutId id="2147483662" r:id="rId7"/>
    <p:sldLayoutId id="2147483663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D01F2-FACB-E64C-7DAD-453F437BE9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IDS-</a:t>
            </a:r>
            <a:r>
              <a:rPr lang="en-US" err="1"/>
              <a:t>Moz</a:t>
            </a:r>
            <a:r>
              <a:rPr lang="en-US"/>
              <a:t> progress meeting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E55FC-5546-27A5-8F7E-B997CD9CD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pPr algn="l"/>
            <a:r>
              <a:rPr lang="en-US"/>
              <a:t> </a:t>
            </a:r>
            <a:r>
              <a:rPr lang="en-US" err="1"/>
              <a:t>Novembro</a:t>
            </a:r>
            <a:r>
              <a:rPr lang="en-US"/>
              <a:t> 2025</a:t>
            </a:r>
          </a:p>
          <a:p>
            <a:pPr algn="l"/>
            <a:r>
              <a:rPr lang="en-US">
                <a:ea typeface="Calibri"/>
                <a:cs typeface="Calibri"/>
              </a:rPr>
              <a:t>SE 48 (24 a 30/11/2025)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377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68D2-199B-48B5-2B7C-806A4795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B35784-BF5D-66E7-48A0-3ED97A99C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31" y="109929"/>
            <a:ext cx="12183065" cy="767793"/>
          </a:xfrm>
        </p:spPr>
        <p:txBody>
          <a:bodyPr/>
          <a:lstStyle/>
          <a:p>
            <a:r>
              <a:rPr lang="en-US" b="1"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Casos de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Doen</a:t>
            </a:r>
            <a:r>
              <a:rPr lang="en-US" sz="3000" err="1">
                <a:solidFill>
                  <a:srgbClr val="00879C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ç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as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Notificados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pela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Vigilância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Comunit</a:t>
            </a:r>
            <a:r>
              <a:rPr lang="en-US" sz="3000" err="1">
                <a:solidFill>
                  <a:srgbClr val="00879C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á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ria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SE- CSZ</a:t>
            </a:r>
            <a:endParaRPr lang="en-US" sz="3000" b="1">
              <a:latin typeface="Times New Roman"/>
              <a:ea typeface="MS PGothic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0AEBFD-4E7A-0077-3A6B-5BEFF89C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12BF9E-8443-4AF3-65C6-EA877258E5A3}"/>
              </a:ext>
            </a:extLst>
          </p:cNvPr>
          <p:cNvGraphicFramePr>
            <a:graphicFrameLocks noGrp="1"/>
          </p:cNvGraphicFramePr>
          <p:nvPr/>
        </p:nvGraphicFramePr>
        <p:xfrm>
          <a:off x="439615" y="1143000"/>
          <a:ext cx="11219673" cy="518568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71987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842962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710125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901308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998031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796723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827690">
                  <a:extLst>
                    <a:ext uri="{9D8B030D-6E8A-4147-A177-3AD203B41FA5}">
                      <a16:colId xmlns:a16="http://schemas.microsoft.com/office/drawing/2014/main" val="751950190"/>
                    </a:ext>
                  </a:extLst>
                </a:gridCol>
                <a:gridCol w="899322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2571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epidemiológica 48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 – 30/11/2025</a:t>
                      </a:r>
                      <a:endParaRPr kumimoji="0" lang="pt-PT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99809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Clustres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de Casos de </a:t>
                      </a:r>
                      <a:r>
                        <a:rPr lang="pt-PT" sz="1400" b="1" err="1">
                          <a:solidFill>
                            <a:srgbClr val="000000"/>
                          </a:solidFill>
                          <a:effectLst/>
                        </a:rPr>
                        <a:t>doencas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 na Comunidade (</a:t>
                      </a:r>
                      <a:r>
                        <a:rPr lang="pt-PT" sz="1400" b="1" err="1">
                          <a:solidFill>
                            <a:srgbClr val="000000"/>
                          </a:solidFill>
                          <a:effectLst/>
                        </a:rPr>
                        <a:t>comulativo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1504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9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Area do CS </a:t>
                      </a:r>
                      <a:r>
                        <a:rPr lang="en-US" sz="1200" b="1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Zimpeto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total de amostras colhidas (</a:t>
                      </a:r>
                      <a:r>
                        <a:rPr lang="pt-PT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comulativo</a:t>
                      </a: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)</a:t>
                      </a:r>
                      <a:endParaRPr lang="en-US" sz="1400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lvl="0" indent="0" algn="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                                                                                                                           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                                                                                                                                                                                                        802 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indent="0" algn="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44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 </a:t>
                      </a:r>
                      <a:r>
                        <a:rPr lang="pt-BR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 casos das doenças Notificados SE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14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casos suspeitos </a:t>
                      </a:r>
                      <a:endParaRPr lang="pt-PT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 amostras Colhidas IRAs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8 (73%)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148797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suspeitos para </a:t>
                      </a:r>
                      <a:r>
                        <a:rPr lang="pt-PT" sz="1400" b="1" err="1">
                          <a:solidFill>
                            <a:srgbClr val="000000"/>
                          </a:solidFill>
                          <a:effectLst/>
                        </a:rPr>
                        <a:t>Colera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 de Pacientes referidos da Comunidade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de pacientes que chegaram a US</a:t>
                      </a:r>
                      <a:endParaRPr lang="en-US" sz="1400"/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952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15682-9BA4-7CC8-F899-DA2B07FD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A635C2-7C18-8205-B0B1-3E3898BB4D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31" y="5154"/>
            <a:ext cx="12186728" cy="872568"/>
          </a:xfrm>
        </p:spPr>
        <p:txBody>
          <a:bodyPr/>
          <a:lstStyle/>
          <a:p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Casos de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doencas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Notificados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pela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Vigilancia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Comunitaria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SE- HGM</a:t>
            </a:r>
            <a:endParaRPr lang="en-US" sz="3000" b="1">
              <a:latin typeface="Times New Roman"/>
              <a:ea typeface="MS PGothic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219CC-28F3-C587-248C-69133399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3DF81E-A02D-4F4A-4942-80D9E5ED0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404"/>
              </p:ext>
            </p:extLst>
          </p:nvPr>
        </p:nvGraphicFramePr>
        <p:xfrm>
          <a:off x="312615" y="879231"/>
          <a:ext cx="11219675" cy="5321018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200525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857249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800099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938729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901308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998031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898706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891798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2571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epidemiológica 48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 – 30/11/2025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99809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Clustres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N°de Casos de doencas Notificados da Comunidade (Comulativo)</a:t>
                      </a:r>
                      <a:endParaRPr lang="en-US" sz="1400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                                                                                                                                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                       1918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Area do HG </a:t>
                      </a:r>
                      <a:r>
                        <a:rPr lang="en-US" sz="1200" b="1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Mavalane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total de amostras colhidas Comulativo</a:t>
                      </a:r>
                      <a:endParaRPr lang="en-US" sz="1400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/>
                        </a:rPr>
                        <a:t>                                                                                                                                                          375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501254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 </a:t>
                      </a:r>
                      <a:r>
                        <a:rPr lang="pt-BR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 casos das doenças Notificados SE 48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17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casos suspeitos </a:t>
                      </a:r>
                      <a:endParaRPr lang="pt-PT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16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 amostras colhidas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10 (63%)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148797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suspeitos para </a:t>
                      </a:r>
                      <a:r>
                        <a:rPr lang="pt-PT" sz="1400" b="1" err="1">
                          <a:solidFill>
                            <a:srgbClr val="000000"/>
                          </a:solidFill>
                          <a:effectLst/>
                        </a:rPr>
                        <a:t>Colera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 de Pacientes referidos da Comunidade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de pacientes que chegaram a US</a:t>
                      </a:r>
                      <a:endParaRPr lang="en-US" sz="1400"/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9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78F4C0-7316-7345-FF43-B656CFFB5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699278"/>
              </p:ext>
            </p:extLst>
          </p:nvPr>
        </p:nvGraphicFramePr>
        <p:xfrm>
          <a:off x="937575" y="977896"/>
          <a:ext cx="10645605" cy="506714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985599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813387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759161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890698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855191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946965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852722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695713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846169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24169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epidemiológica </a:t>
                      </a:r>
                      <a:r>
                        <a:rPr kumimoji="0" lang="en-IN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None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24 – 30/11/2025</a:t>
                      </a:r>
                      <a:endParaRPr kumimoji="0" lang="en-IN"/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938009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Clustres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21320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N°de Casos de doencas Notificados da Comunidade (Comulativo)</a:t>
                      </a:r>
                      <a:endParaRPr lang="en-US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                                                                                                                                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375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Area do HP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Tete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37672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total de amostras colhidas </a:t>
                      </a:r>
                      <a:r>
                        <a:rPr lang="pt-PT" sz="14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Comulativo</a:t>
                      </a:r>
                      <a:endParaRPr lang="en-US" err="1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/>
                        </a:rPr>
                        <a:t>                                                                                                                                   </a:t>
                      </a: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/>
                        </a:rPr>
                        <a:t>191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501254"/>
                  </a:ext>
                </a:extLst>
              </a:tr>
              <a:tr h="4635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 </a:t>
                      </a:r>
                      <a:r>
                        <a:rPr lang="pt-BR" sz="1600" b="1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 casos das doenças Notificados SE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38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28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4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73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635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Casos Suspeitos</a:t>
                      </a:r>
                      <a:endParaRPr lang="pt-PT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14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12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3767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 amostras Colhidas de IRAs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8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25 (81%)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148797"/>
                  </a:ext>
                </a:extLst>
              </a:tr>
              <a:tr h="3767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suspeitos para </a:t>
                      </a:r>
                      <a:r>
                        <a:rPr lang="pt-PT" sz="1400" b="1" err="1">
                          <a:solidFill>
                            <a:srgbClr val="000000"/>
                          </a:solidFill>
                          <a:effectLst/>
                        </a:rPr>
                        <a:t>Colera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4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6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3767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376722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 de Pacientes referidos da Comunidade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63529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de pacientes que chegaram a US</a:t>
                      </a:r>
                      <a:endParaRPr lang="en-US"/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30C7B72-76FA-6BA6-AF57-22768ED602ED}"/>
              </a:ext>
            </a:extLst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614482" y="92593"/>
            <a:ext cx="11396703" cy="830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300" b="1" kern="1200">
                <a:solidFill>
                  <a:srgbClr val="00748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Casos de doencas Notificados pela Vigilancia Comunitaria SE- Tete</a:t>
            </a:r>
            <a:endParaRPr lang="en-US" sz="3000">
              <a:latin typeface="Times New Roman"/>
              <a:ea typeface="MS PGothic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909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A368F-898F-1B4E-F4C0-D8549E2F8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978FCD-336E-AC45-B75F-FA20D30FA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31" y="5154"/>
            <a:ext cx="12186728" cy="872568"/>
          </a:xfrm>
        </p:spPr>
        <p:txBody>
          <a:bodyPr/>
          <a:lstStyle/>
          <a:p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Casos de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doen</a:t>
            </a:r>
            <a:r>
              <a:rPr lang="en-US" sz="3000" err="1">
                <a:solidFill>
                  <a:srgbClr val="00879C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ç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as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Notificados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pela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Vigilância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Comunitaria</a:t>
            </a:r>
            <a:r>
              <a:rPr lang="en-US" sz="3000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SE- 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Zamb</a:t>
            </a:r>
            <a:r>
              <a:rPr lang="en-US" sz="3000" err="1">
                <a:solidFill>
                  <a:srgbClr val="00879C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é</a:t>
            </a:r>
            <a:r>
              <a:rPr lang="en-US" sz="3000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zia</a:t>
            </a:r>
            <a:endParaRPr lang="en-US" sz="3000" b="1">
              <a:latin typeface="Times New Roman"/>
              <a:ea typeface="MS PGothic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7C0510-38CB-C49D-DACF-E04176FB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EE3B88-1BF1-1C4A-9A24-D2EADE3F5A89}"/>
              </a:ext>
            </a:extLst>
          </p:cNvPr>
          <p:cNvGraphicFramePr>
            <a:graphicFrameLocks noGrp="1"/>
          </p:cNvGraphicFramePr>
          <p:nvPr/>
        </p:nvGraphicFramePr>
        <p:xfrm>
          <a:off x="439615" y="1143000"/>
          <a:ext cx="11219676" cy="523129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200525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857249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800099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938729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901308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998031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898706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733230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891799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2571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epidemiológica 48  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99809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Clustres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N°de Casos de doencas Notificados da Comunidade (Comulativo)</a:t>
                      </a:r>
                      <a:endParaRPr lang="en-US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                                                                                                                                                        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 258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Area do HG </a:t>
                      </a:r>
                      <a:r>
                        <a:rPr lang="en-US" sz="1200" b="1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Quelimane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total de amostras colhidas Comulativo</a:t>
                      </a:r>
                      <a:endParaRPr lang="en-US"/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/>
                        </a:rPr>
                        <a:t>                                                                                                                                                            109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501254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 </a:t>
                      </a:r>
                      <a:r>
                        <a:rPr lang="pt-BR" sz="1600" b="1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 casos das doenças Notificados SE 48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04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06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04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20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Casos Suspeitos</a:t>
                      </a:r>
                      <a:endParaRPr lang="pt-PT" sz="14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03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 amostras Colhidas de IRAs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01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03 (38%)</a:t>
                      </a:r>
                      <a:endParaRPr lang="en-US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148797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suspeitos para </a:t>
                      </a:r>
                      <a:r>
                        <a:rPr lang="pt-PT" sz="1400" b="1" err="1">
                          <a:solidFill>
                            <a:srgbClr val="000000"/>
                          </a:solidFill>
                          <a:effectLst/>
                        </a:rPr>
                        <a:t>Colera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 de Pacientes referidos da Comunidade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tantia"/>
                        </a:rPr>
                        <a:t>N° de pacientes que chegaram a US</a:t>
                      </a:r>
                      <a:endParaRPr lang="en-US"/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345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04841AD-9D11-3522-4F9B-E2DDCC7B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79" y="152400"/>
            <a:ext cx="11871701" cy="1143000"/>
          </a:xfrm>
        </p:spPr>
        <p:txBody>
          <a:bodyPr wrap="square" anchor="ctr">
            <a:normAutofit fontScale="90000"/>
          </a:bodyPr>
          <a:lstStyle/>
          <a:p>
            <a:r>
              <a:rPr lang="en-US" b="1">
                <a:latin typeface="Times New Roman"/>
                <a:ea typeface="MS PGothic"/>
                <a:cs typeface="Times New Roman"/>
              </a:rPr>
              <a:t>Casos de </a:t>
            </a:r>
            <a:r>
              <a:rPr lang="en-US" b="1" err="1">
                <a:latin typeface="Times New Roman"/>
                <a:ea typeface="MS PGothic"/>
                <a:cs typeface="Times New Roman"/>
              </a:rPr>
              <a:t>Doenças</a:t>
            </a:r>
            <a:r>
              <a:rPr lang="en-US" b="1">
                <a:latin typeface="Times New Roman"/>
                <a:ea typeface="MS PGothic"/>
                <a:cs typeface="Times New Roman"/>
              </a:rPr>
              <a:t> </a:t>
            </a:r>
            <a:r>
              <a:rPr lang="en-US" b="1" err="1">
                <a:latin typeface="Times New Roman"/>
                <a:ea typeface="MS PGothic"/>
                <a:cs typeface="Times New Roman"/>
              </a:rPr>
              <a:t>Reportados</a:t>
            </a:r>
            <a:r>
              <a:rPr lang="en-US" b="1">
                <a:latin typeface="Times New Roman"/>
                <a:ea typeface="MS PGothic"/>
                <a:cs typeface="Times New Roman"/>
              </a:rPr>
              <a:t> </a:t>
            </a:r>
            <a:r>
              <a:rPr lang="en-US" b="1" err="1">
                <a:latin typeface="Times New Roman"/>
                <a:ea typeface="MS PGothic"/>
                <a:cs typeface="Times New Roman"/>
              </a:rPr>
              <a:t>na</a:t>
            </a:r>
            <a:r>
              <a:rPr lang="en-US" b="1">
                <a:latin typeface="Times New Roman"/>
                <a:ea typeface="MS PGothic"/>
                <a:cs typeface="Times New Roman"/>
              </a:rPr>
              <a:t> </a:t>
            </a:r>
            <a:r>
              <a:rPr lang="en-US" b="1" err="1">
                <a:latin typeface="Times New Roman"/>
                <a:ea typeface="MS PGothic"/>
                <a:cs typeface="Times New Roman"/>
              </a:rPr>
              <a:t>Comunidade</a:t>
            </a:r>
            <a:r>
              <a:rPr lang="en-US" b="1">
                <a:latin typeface="Times New Roman"/>
                <a:ea typeface="MS PGothic"/>
                <a:cs typeface="Times New Roman"/>
              </a:rPr>
              <a:t> </a:t>
            </a:r>
            <a:r>
              <a:rPr lang="en-US" b="1" err="1">
                <a:latin typeface="Times New Roman"/>
                <a:ea typeface="MS PGothic"/>
                <a:cs typeface="Times New Roman"/>
              </a:rPr>
              <a:t>por</a:t>
            </a:r>
            <a:r>
              <a:rPr lang="en-US" b="1">
                <a:latin typeface="Times New Roman"/>
                <a:ea typeface="MS PGothic"/>
                <a:cs typeface="Times New Roman"/>
              </a:rPr>
              <a:t> SE 48</a:t>
            </a:r>
            <a:endParaRPr lang="en-GB" b="1">
              <a:latin typeface="Times New Roman"/>
              <a:ea typeface="MS PGothic"/>
              <a:cs typeface="Times New Roman"/>
            </a:endParaRPr>
          </a:p>
        </p:txBody>
      </p:sp>
      <p:sp>
        <p:nvSpPr>
          <p:cNvPr id="3" name="Marcador de Posição do Número do Diapositivo 2" hidden="1">
            <a:extLst>
              <a:ext uri="{FF2B5EF4-FFF2-40B4-BE49-F238E27FC236}">
                <a16:creationId xmlns:a16="http://schemas.microsoft.com/office/drawing/2014/main" id="{D9A0E389-022B-CCE4-4941-CBA128528A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23306" y="6374279"/>
            <a:ext cx="48491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24ECFD5-618A-4511-8858-C8BF20FC633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6" name="Picture 5" descr="A graph with blue lines and green and orange lines&#10;&#10;AI-generated content may be incorrect.">
            <a:extLst>
              <a:ext uri="{FF2B5EF4-FFF2-40B4-BE49-F238E27FC236}">
                <a16:creationId xmlns:a16="http://schemas.microsoft.com/office/drawing/2014/main" id="{686AD743-35DF-B9E9-4805-D59AF4035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4" y="1883641"/>
            <a:ext cx="11843288" cy="43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3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1842F2-E0F0-A658-B531-E7AD604A2F8A}"/>
              </a:ext>
            </a:extLst>
          </p:cNvPr>
          <p:cNvSpPr txBox="1"/>
          <p:nvPr/>
        </p:nvSpPr>
        <p:spPr>
          <a:xfrm>
            <a:off x="357996" y="152400"/>
            <a:ext cx="1104855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Dados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agregados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por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Posto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Sentinela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(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CSZimp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e Mav)</a:t>
            </a:r>
            <a:endParaRPr kumimoji="0" lang="pt-PT" sz="3600" b="1" i="0" u="none" strike="noStrike" kern="1200" cap="none" spc="0" normalizeH="0" baseline="0" noProof="0">
              <a:ln>
                <a:noFill/>
              </a:ln>
              <a:solidFill>
                <a:srgbClr val="00879C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D9DE67-D076-7E44-4D0E-D72B53353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412876"/>
              </p:ext>
            </p:extLst>
          </p:nvPr>
        </p:nvGraphicFramePr>
        <p:xfrm>
          <a:off x="462116" y="996676"/>
          <a:ext cx="11080957" cy="486464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353216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772644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1057235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961615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1057235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1057912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1057912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990784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772404">
                  <a:extLst>
                    <a:ext uri="{9D8B030D-6E8A-4147-A177-3AD203B41FA5}">
                      <a16:colId xmlns:a16="http://schemas.microsoft.com/office/drawing/2014/main" val="2418766439"/>
                    </a:ext>
                  </a:extLst>
                </a:gridCol>
              </a:tblGrid>
              <a:tr h="4442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epidemiológica 48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24 </a:t>
                      </a: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– 30</a:t>
                      </a: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/11</a:t>
                      </a: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/>
                          <a:cs typeface="+mn-cs"/>
                        </a:rPr>
                        <a:t>/2025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110609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PS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442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Ambulatório (Triagens/Consultas):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54658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visitas ambulatórias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270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257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366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1090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2095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CSZ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54658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novos casos de IRAL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170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115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195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237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742 (35%)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4442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novas amostras IRA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15 (2%)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4444"/>
                  </a:ext>
                </a:extLst>
              </a:tr>
              <a:tr h="4442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visitas ambulatórias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100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121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145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598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79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45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1088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 panose="02020603050405020304" pitchFamily="18" charset="0"/>
                          <a:cs typeface="Times New Roman"/>
                        </a:rPr>
                        <a:t>CSM</a:t>
                      </a: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053717"/>
                  </a:ext>
                </a:extLst>
              </a:tr>
              <a:tr h="4442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de novos casos de IRAL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55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78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67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134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26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392 (36%)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649057"/>
                  </a:ext>
                </a:extLst>
              </a:tr>
              <a:tr h="444229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de novas amostras IRA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6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4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5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15 (3%)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446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99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59A5-C416-2937-EA71-4687DBAF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85B2D0-E03C-95A9-A5A6-C443F2625505}"/>
              </a:ext>
            </a:extLst>
          </p:cNvPr>
          <p:cNvSpPr txBox="1"/>
          <p:nvPr/>
        </p:nvSpPr>
        <p:spPr>
          <a:xfrm>
            <a:off x="406842" y="152400"/>
            <a:ext cx="1107200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Dados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agregados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por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Posto 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Sentinela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(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HGMavalane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)</a:t>
            </a:r>
            <a:endParaRPr lang="en-US" sz="3600">
              <a:solidFill>
                <a:srgbClr val="000000"/>
              </a:solidFill>
              <a:latin typeface="Times New Roman"/>
              <a:ea typeface="MS PGothic"/>
              <a:cs typeface="Times New Roman"/>
            </a:endParaRPr>
          </a:p>
          <a:p>
            <a:pPr>
              <a:defRPr/>
            </a:pPr>
            <a:endParaRPr lang="en-US" sz="3600" b="1" i="0" u="none" strike="noStrike" kern="1200" cap="none" spc="0" normalizeH="0" baseline="0" noProof="0">
              <a:ln>
                <a:noFill/>
              </a:ln>
              <a:solidFill>
                <a:srgbClr val="00879C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AD0A91-7BF5-4025-15F3-AACF1E884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32064"/>
              </p:ext>
            </p:extLst>
          </p:nvPr>
        </p:nvGraphicFramePr>
        <p:xfrm>
          <a:off x="404076" y="1029910"/>
          <a:ext cx="11436154" cy="4495802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468144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796667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1090106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991515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1090106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1090803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1090803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909005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909005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38617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epidemiológica 48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24 </a:t>
                      </a: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– 30</a:t>
                      </a: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/11</a:t>
                      </a: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MS PGothic"/>
                          <a:cs typeface="+mn-cs"/>
                        </a:rPr>
                        <a:t>/2025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113946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PS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386174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Hospitalizado (Enfermaria/SO): IRAG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HGM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47515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hospitalizações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19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14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13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72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33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13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164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7515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</a:t>
                      </a:r>
                      <a:r>
                        <a:rPr kumimoji="0"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novos casos de I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RAG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5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4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15 (9%)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386174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novas amostras IRA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 (20%)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386174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Óbitos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386174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Número de óbitos por todas as causas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6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75157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Número de óbitos por IRAG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683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59A5-C416-2937-EA71-4687DBAF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85B2D0-E03C-95A9-A5A6-C443F2625505}"/>
              </a:ext>
            </a:extLst>
          </p:cNvPr>
          <p:cNvSpPr txBox="1"/>
          <p:nvPr/>
        </p:nvSpPr>
        <p:spPr>
          <a:xfrm>
            <a:off x="357996" y="152400"/>
            <a:ext cx="9758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Dados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agregados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por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Posto 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Sentinela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 (</a:t>
            </a:r>
            <a:r>
              <a:rPr lang="en-US" sz="3600" b="1" err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HPTete</a:t>
            </a:r>
            <a:r>
              <a:rPr lang="en-US" sz="3600" b="1">
                <a:solidFill>
                  <a:srgbClr val="00879C"/>
                </a:solidFill>
                <a:latin typeface="Times New Roman"/>
                <a:ea typeface="MS PGothic"/>
                <a:cs typeface="Times New Roman"/>
              </a:rPr>
              <a:t>)</a:t>
            </a:r>
            <a:endParaRPr kumimoji="0" lang="pt-PT" sz="3600" b="1" i="0" u="none" strike="noStrike" kern="1200" cap="none" spc="0" normalizeH="0" baseline="0" noProof="0">
              <a:ln>
                <a:noFill/>
              </a:ln>
              <a:solidFill>
                <a:srgbClr val="00879C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AD0A91-7BF5-4025-15F3-AACF1E884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96157"/>
              </p:ext>
            </p:extLst>
          </p:nvPr>
        </p:nvGraphicFramePr>
        <p:xfrm>
          <a:off x="438912" y="996696"/>
          <a:ext cx="11219688" cy="4482039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402498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781587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1069472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972747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1069472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1070157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1070157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891799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891799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40085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MS PGothic"/>
                        <a:cs typeface="+mn-cs"/>
                      </a:endParaRPr>
                    </a:p>
                    <a:p>
                      <a:pPr marL="0" marR="0" lvl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None/>
                      </a:pP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Semana epidemiológica </a:t>
                      </a:r>
                      <a:r>
                        <a:rPr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48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24 </a:t>
                      </a: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– </a:t>
                      </a: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30/11/2025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indent="0" defTabSz="91440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  <a:tabLst/>
                        <a:defRPr/>
                      </a:pPr>
                      <a:endParaRPr kumimoji="0"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99809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PS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Hospitalizado (Enfermaria/SO): IRAG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HPT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hospitalizações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69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12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11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70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169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</a:t>
                      </a:r>
                      <a:r>
                        <a:rPr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novos casos</a:t>
                      </a:r>
                      <a:r>
                        <a:rPr kumimoji="0"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  <a:r>
                        <a:rPr kumimoji="0"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RAG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 (2%)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novas amostras IRA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 (100%)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Óbitos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Número de óbitos por todas as causas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8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18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Número de óbitos por IRAG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100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59A5-C416-2937-EA71-4687DBAF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85B2D0-E03C-95A9-A5A6-C443F2625505}"/>
              </a:ext>
            </a:extLst>
          </p:cNvPr>
          <p:cNvSpPr txBox="1"/>
          <p:nvPr/>
        </p:nvSpPr>
        <p:spPr>
          <a:xfrm>
            <a:off x="357996" y="152400"/>
            <a:ext cx="107399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Dados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agregados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por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Posto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Sentinela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 (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HGQuelimane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879C"/>
                </a:solidFill>
                <a:effectLst/>
                <a:uLnTx/>
                <a:uFillTx/>
                <a:latin typeface="Times New Roman"/>
                <a:ea typeface="MS PGothic"/>
                <a:cs typeface="Times New Roman"/>
              </a:rPr>
              <a:t>)</a:t>
            </a:r>
            <a:endParaRPr kumimoji="0" lang="pt-PT" sz="3600" b="1" i="0" u="none" strike="noStrike" kern="1200" cap="none" spc="0" normalizeH="0" baseline="0" noProof="0">
              <a:ln>
                <a:noFill/>
              </a:ln>
              <a:solidFill>
                <a:srgbClr val="00879C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AD0A91-7BF5-4025-15F3-AACF1E88417E}"/>
              </a:ext>
            </a:extLst>
          </p:cNvPr>
          <p:cNvGraphicFramePr>
            <a:graphicFrameLocks noGrp="1"/>
          </p:cNvGraphicFramePr>
          <p:nvPr/>
        </p:nvGraphicFramePr>
        <p:xfrm>
          <a:off x="438912" y="996696"/>
          <a:ext cx="11219688" cy="4482039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402498">
                  <a:extLst>
                    <a:ext uri="{9D8B030D-6E8A-4147-A177-3AD203B41FA5}">
                      <a16:colId xmlns:a16="http://schemas.microsoft.com/office/drawing/2014/main" val="3930962220"/>
                    </a:ext>
                  </a:extLst>
                </a:gridCol>
                <a:gridCol w="781587">
                  <a:extLst>
                    <a:ext uri="{9D8B030D-6E8A-4147-A177-3AD203B41FA5}">
                      <a16:colId xmlns:a16="http://schemas.microsoft.com/office/drawing/2014/main" val="3403624924"/>
                    </a:ext>
                  </a:extLst>
                </a:gridCol>
                <a:gridCol w="1069472">
                  <a:extLst>
                    <a:ext uri="{9D8B030D-6E8A-4147-A177-3AD203B41FA5}">
                      <a16:colId xmlns:a16="http://schemas.microsoft.com/office/drawing/2014/main" val="165467111"/>
                    </a:ext>
                  </a:extLst>
                </a:gridCol>
                <a:gridCol w="972747">
                  <a:extLst>
                    <a:ext uri="{9D8B030D-6E8A-4147-A177-3AD203B41FA5}">
                      <a16:colId xmlns:a16="http://schemas.microsoft.com/office/drawing/2014/main" val="1086257126"/>
                    </a:ext>
                  </a:extLst>
                </a:gridCol>
                <a:gridCol w="1069472">
                  <a:extLst>
                    <a:ext uri="{9D8B030D-6E8A-4147-A177-3AD203B41FA5}">
                      <a16:colId xmlns:a16="http://schemas.microsoft.com/office/drawing/2014/main" val="3784899156"/>
                    </a:ext>
                  </a:extLst>
                </a:gridCol>
                <a:gridCol w="1070157">
                  <a:extLst>
                    <a:ext uri="{9D8B030D-6E8A-4147-A177-3AD203B41FA5}">
                      <a16:colId xmlns:a16="http://schemas.microsoft.com/office/drawing/2014/main" val="381825271"/>
                    </a:ext>
                  </a:extLst>
                </a:gridCol>
                <a:gridCol w="1070157">
                  <a:extLst>
                    <a:ext uri="{9D8B030D-6E8A-4147-A177-3AD203B41FA5}">
                      <a16:colId xmlns:a16="http://schemas.microsoft.com/office/drawing/2014/main" val="2243478722"/>
                    </a:ext>
                  </a:extLst>
                </a:gridCol>
                <a:gridCol w="891799">
                  <a:extLst>
                    <a:ext uri="{9D8B030D-6E8A-4147-A177-3AD203B41FA5}">
                      <a16:colId xmlns:a16="http://schemas.microsoft.com/office/drawing/2014/main" val="2454515305"/>
                    </a:ext>
                  </a:extLst>
                </a:gridCol>
                <a:gridCol w="891799">
                  <a:extLst>
                    <a:ext uri="{9D8B030D-6E8A-4147-A177-3AD203B41FA5}">
                      <a16:colId xmlns:a16="http://schemas.microsoft.com/office/drawing/2014/main" val="826587613"/>
                    </a:ext>
                  </a:extLst>
                </a:gridCol>
              </a:tblGrid>
              <a:tr h="40085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570"/>
                        </a:spcAft>
                        <a:buNone/>
                        <a:tabLst/>
                        <a:defRPr/>
                      </a:pPr>
                      <a:r>
                        <a:rPr kumimoji="0"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Semana epidemiológica </a:t>
                      </a:r>
                      <a:r>
                        <a:rPr lang="pt-PT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48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24 </a:t>
                      </a: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– </a:t>
                      </a: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30/11/2025</a:t>
                      </a:r>
                      <a:endParaRPr kumimoji="0" lang="pt-PT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</a:txBody>
                  <a:tcPr marL="68580" marR="68580" marT="0" marB="0"/>
                </a:tc>
                <a:tc gridSpan="7"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Faixa</a:t>
                      </a: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GB" sz="1400" b="1" err="1">
                          <a:solidFill>
                            <a:srgbClr val="000000"/>
                          </a:solidFill>
                          <a:effectLst/>
                        </a:rPr>
                        <a:t>etária</a:t>
                      </a: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635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3288937"/>
                  </a:ext>
                </a:extLst>
              </a:tr>
              <a:tr h="998098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0 - &lt; 2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2 - &lt; 5 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5 - &lt; 15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15 - &lt; 50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50 - &lt;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  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≥ 65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Anos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</a:rPr>
                        <a:t>Total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PS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102822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Hospitalizado (Enfermaria/SO): IRAG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HGQ</a:t>
                      </a: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29808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total de hospitalizações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48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51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85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479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32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19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714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695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</a:t>
                      </a:r>
                      <a:r>
                        <a:rPr kumimoji="0"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casos com </a:t>
                      </a:r>
                      <a:r>
                        <a:rPr kumimoji="0" lang="pt-P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</a:t>
                      </a:r>
                      <a:r>
                        <a:rPr kumimoji="0"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pt-PT" sz="1400" b="1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sind</a:t>
                      </a:r>
                      <a:r>
                        <a:rPr kumimoji="0" lang="pt-PT" sz="14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I</a:t>
                      </a: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RAG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7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6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14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31 (4%) 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291701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N°  de novas amostras IRA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656759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 b="1">
                          <a:solidFill>
                            <a:srgbClr val="000000"/>
                          </a:solidFill>
                          <a:effectLst/>
                        </a:rPr>
                        <a:t>Óbitos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03045"/>
                  </a:ext>
                </a:extLst>
              </a:tr>
              <a:tr h="400855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Número de óbitos por todas as causas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548972"/>
                  </a:ext>
                </a:extLst>
              </a:tr>
              <a:tr h="493222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pt-PT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/>
                        </a:rPr>
                        <a:t>Número de óbitos por IRAG</a:t>
                      </a: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 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0</a:t>
                      </a:r>
                      <a:endParaRPr lang="pt-PT" sz="1400" b="1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570"/>
                        </a:spcAft>
                        <a:buNone/>
                      </a:pPr>
                      <a:endParaRPr lang="pt-PT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194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252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7BFAD1-76E7-64C3-523A-025A1F897F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741" y="289902"/>
            <a:ext cx="10508257" cy="672543"/>
          </a:xfrm>
        </p:spPr>
        <p:txBody>
          <a:bodyPr/>
          <a:lstStyle/>
          <a:p>
            <a:r>
              <a:rPr lang="en-US"/>
              <a:t>Dados de IRAS </a:t>
            </a:r>
            <a:r>
              <a:rPr lang="en-US" err="1"/>
              <a:t>comparaç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err="1"/>
              <a:t>o</a:t>
            </a:r>
            <a:r>
              <a:rPr lang="en-US"/>
              <a:t> SISMA VS IDS</a:t>
            </a:r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0FA0B6-A988-5F0E-AE43-E64476EA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11</a:t>
            </a:fld>
            <a:endParaRPr lang="en-US"/>
          </a:p>
        </p:txBody>
      </p:sp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9D5C492-0EF8-9518-58AC-8F075556D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46" y="1463072"/>
            <a:ext cx="10150231" cy="491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6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435C-7DB9-95E6-21F2-2D650AC3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CBA490-25E4-927E-CA05-9094AE19E2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741" y="289902"/>
            <a:ext cx="10508257" cy="672543"/>
          </a:xfrm>
        </p:spPr>
        <p:txBody>
          <a:bodyPr/>
          <a:lstStyle/>
          <a:p>
            <a:r>
              <a:rPr lang="en-US"/>
              <a:t>Dados de IRAS </a:t>
            </a:r>
            <a:r>
              <a:rPr lang="en-US" err="1"/>
              <a:t>comparaç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err="1"/>
              <a:t>o</a:t>
            </a:r>
            <a:r>
              <a:rPr lang="en-US"/>
              <a:t> SISMA VS IDS</a:t>
            </a:r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2009E4-1B08-FD2F-D012-5768E395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12</a:t>
            </a:fld>
            <a:endParaRPr lang="en-US"/>
          </a:p>
        </p:txBody>
      </p:sp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20049142-2D2B-B709-5A1C-C4263C2E9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35" y="1252538"/>
            <a:ext cx="10499236" cy="466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6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C75B-EA62-CE2B-E122-1F10B90D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A70C52-F64D-6808-E5F7-6E40926F90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741" y="289902"/>
            <a:ext cx="10508257" cy="672543"/>
          </a:xfrm>
        </p:spPr>
        <p:txBody>
          <a:bodyPr/>
          <a:lstStyle/>
          <a:p>
            <a:r>
              <a:rPr lang="en-US"/>
              <a:t>Dados de IRAS </a:t>
            </a:r>
            <a:r>
              <a:rPr lang="en-US" err="1"/>
              <a:t>comparaç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err="1"/>
              <a:t>o</a:t>
            </a:r>
            <a:r>
              <a:rPr lang="en-US"/>
              <a:t> SISMA VS IDS</a:t>
            </a:r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CE1F87-D092-4157-E373-A7036422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13</a:t>
            </a:fld>
            <a:endParaRPr lang="en-US"/>
          </a:p>
        </p:txBody>
      </p:sp>
      <p:pic>
        <p:nvPicPr>
          <p:cNvPr id="4" name="Imagem 3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F62C47C7-79F0-014D-732D-9EAAC45A6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59" y="1281113"/>
            <a:ext cx="9860329" cy="469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30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002B-7F96-5C69-30E0-A7EFE955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F2DD93-2E75-809F-3319-93035046B2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741" y="289902"/>
            <a:ext cx="10508257" cy="672543"/>
          </a:xfrm>
        </p:spPr>
        <p:txBody>
          <a:bodyPr/>
          <a:lstStyle/>
          <a:p>
            <a:r>
              <a:rPr lang="en-US"/>
              <a:t>Dados de IRAS </a:t>
            </a:r>
            <a:r>
              <a:rPr lang="en-US" err="1"/>
              <a:t>comparaç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err="1"/>
              <a:t>o</a:t>
            </a:r>
            <a:r>
              <a:rPr lang="en-US"/>
              <a:t> SISMA VS IDS</a:t>
            </a:r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9778DC-1210-8535-9D37-5D746891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14</a:t>
            </a:fld>
            <a:endParaRPr lang="en-US"/>
          </a:p>
        </p:txBody>
      </p:sp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E755D81D-3C63-2BAA-C99A-8579929F6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92" y="1361680"/>
            <a:ext cx="10541000" cy="440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5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E575-A9B4-7E17-0500-134C04D4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40280-4650-77C5-F4B7-38A0ACA0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77" y="2438400"/>
            <a:ext cx="3733477" cy="1582621"/>
          </a:xfrm>
        </p:spPr>
        <p:txBody>
          <a:bodyPr wrap="square" anchor="ctr">
            <a:noAutofit/>
          </a:bodyPr>
          <a:lstStyle/>
          <a:p>
            <a:r>
              <a:rPr lang="en-GB" sz="54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SARS-CoV-2 and Influenza surveillance</a:t>
            </a:r>
            <a:endParaRPr lang="pt-PT" sz="54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Vírus suspensos na Mid-ar">
            <a:extLst>
              <a:ext uri="{FF2B5EF4-FFF2-40B4-BE49-F238E27FC236}">
                <a16:creationId xmlns:a16="http://schemas.microsoft.com/office/drawing/2014/main" id="{4677AE17-82B8-A01D-563E-FF36F0016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06" t="7575" r="-2" b="7275"/>
          <a:stretch/>
        </p:blipFill>
        <p:spPr>
          <a:xfrm rot="420000">
            <a:off x="7798466" y="1856433"/>
            <a:ext cx="3149790" cy="3099210"/>
          </a:xfrm>
          <a:prstGeom prst="rect">
            <a:avLst/>
          </a:prstGeom>
          <a:noFill/>
          <a:ln w="3000" cap="rnd">
            <a:solidFill>
              <a:srgbClr val="C0C0C0"/>
            </a:solidFill>
            <a:round/>
          </a:ln>
          <a:effectLst/>
        </p:spPr>
      </p:pic>
      <p:pic>
        <p:nvPicPr>
          <p:cNvPr id="2050" name="Picture 2" descr="Consórcio propõe terapia inovadora para eliminar o vírus SARS-CoV-2 em  poucos segundos">
            <a:extLst>
              <a:ext uri="{FF2B5EF4-FFF2-40B4-BE49-F238E27FC236}">
                <a16:creationId xmlns:a16="http://schemas.microsoft.com/office/drawing/2014/main" id="{395D6AA4-6436-568E-0B92-1E2E8E6E3C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6" r="14898"/>
          <a:stretch/>
        </p:blipFill>
        <p:spPr bwMode="auto">
          <a:xfrm rot="438801">
            <a:off x="4499907" y="1432469"/>
            <a:ext cx="3220779" cy="311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1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A graph of a virus&#10;&#10;AI-generated content may be incorrect.">
            <a:extLst>
              <a:ext uri="{FF2B5EF4-FFF2-40B4-BE49-F238E27FC236}">
                <a16:creationId xmlns:a16="http://schemas.microsoft.com/office/drawing/2014/main" id="{5A3BAF12-F369-3E51-0D80-6259F768F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525" cy="9525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4DA9BBD-7D80-D401-6AE7-AF261937FE3F}"/>
              </a:ext>
            </a:extLst>
          </p:cNvPr>
          <p:cNvSpPr txBox="1">
            <a:spLocks/>
          </p:cNvSpPr>
          <p:nvPr/>
        </p:nvSpPr>
        <p:spPr>
          <a:xfrm>
            <a:off x="381000" y="647701"/>
            <a:ext cx="11461261" cy="1094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>
                <a:solidFill>
                  <a:srgbClr val="007489"/>
                </a:solidFill>
              </a:rPr>
              <a:t>SARS-CoV-2- </a:t>
            </a:r>
            <a:r>
              <a:rPr lang="en-US" sz="3500" b="1">
                <a:solidFill>
                  <a:srgbClr val="C00000"/>
                </a:solidFill>
              </a:rPr>
              <a:t>Community</a:t>
            </a:r>
            <a:br>
              <a:rPr lang="en-PT" sz="3500" b="1">
                <a:solidFill>
                  <a:srgbClr val="007489"/>
                </a:solidFill>
              </a:rPr>
            </a:b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Disease reported, samples tested and positivity rate - </a:t>
            </a:r>
            <a:r>
              <a:rPr lang="en-US" sz="3200" b="1">
                <a:solidFill>
                  <a:srgbClr val="AD2F30"/>
                </a:solidFill>
              </a:rPr>
              <a:t>Maputo city</a:t>
            </a:r>
            <a:endParaRPr lang="en-PT" sz="3500" b="1">
              <a:solidFill>
                <a:srgbClr val="007489"/>
              </a:solidFill>
            </a:endParaRPr>
          </a:p>
        </p:txBody>
      </p:sp>
      <p:pic>
        <p:nvPicPr>
          <p:cNvPr id="3" name="Picture 2" descr="A graph of a number of people">
            <a:extLst>
              <a:ext uri="{FF2B5EF4-FFF2-40B4-BE49-F238E27FC236}">
                <a16:creationId xmlns:a16="http://schemas.microsoft.com/office/drawing/2014/main" id="{C4AC1C74-0FCF-F283-A4A4-3753BA360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897742"/>
            <a:ext cx="11938000" cy="2710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0ED10A-3234-93CD-1062-DA20D9325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36" y="4486737"/>
            <a:ext cx="11947770" cy="234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99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9101-6C78-844B-B61B-16AC3F4A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9605-93F6-01EF-5816-87FAE80C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55" y="607187"/>
            <a:ext cx="12043033" cy="1104526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rgbClr val="007489"/>
                </a:solidFill>
              </a:rPr>
              <a:t>SARS-CoV-2- </a:t>
            </a:r>
            <a:r>
              <a:rPr lang="en-US" sz="4000" b="1">
                <a:solidFill>
                  <a:srgbClr val="C00000"/>
                </a:solidFill>
              </a:rPr>
              <a:t>Community</a:t>
            </a:r>
            <a:br>
              <a:rPr lang="en-PT" sz="4000" b="1"/>
            </a:br>
            <a:r>
              <a:rPr lang="pt-BR" sz="2800" err="1">
                <a:solidFill>
                  <a:schemeClr val="bg1">
                    <a:lumMod val="50000"/>
                  </a:schemeClr>
                </a:solidFill>
              </a:rPr>
              <a:t>Disease</a:t>
            </a:r>
            <a:r>
              <a:rPr lang="pt-BR" sz="28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800" err="1">
                <a:solidFill>
                  <a:schemeClr val="bg1">
                    <a:lumMod val="50000"/>
                  </a:schemeClr>
                </a:solidFill>
              </a:rPr>
              <a:t>reported</a:t>
            </a:r>
            <a:r>
              <a:rPr lang="pt-BR" sz="2800">
                <a:solidFill>
                  <a:schemeClr val="bg1">
                    <a:lumMod val="50000"/>
                  </a:schemeClr>
                </a:solidFill>
              </a:rPr>
              <a:t>, samples </a:t>
            </a:r>
            <a:r>
              <a:rPr lang="pt-BR" sz="2800" err="1">
                <a:solidFill>
                  <a:schemeClr val="bg1">
                    <a:lumMod val="50000"/>
                  </a:schemeClr>
                </a:solidFill>
              </a:rPr>
              <a:t>tested</a:t>
            </a:r>
            <a:r>
              <a:rPr lang="pt-BR" sz="28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80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pt-BR" sz="28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sz="2800" err="1">
                <a:solidFill>
                  <a:schemeClr val="bg1">
                    <a:lumMod val="50000"/>
                  </a:schemeClr>
                </a:solidFill>
              </a:rPr>
              <a:t>positivity</a:t>
            </a:r>
            <a:r>
              <a:rPr lang="pt-BR" sz="2800">
                <a:solidFill>
                  <a:schemeClr val="bg1">
                    <a:lumMod val="50000"/>
                  </a:schemeClr>
                </a:solidFill>
              </a:rPr>
              <a:t> rate</a:t>
            </a:r>
            <a:r>
              <a:rPr lang="en-US" sz="280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en-US" sz="2800" b="1">
                <a:solidFill>
                  <a:srgbClr val="AD2F30"/>
                </a:solidFill>
              </a:rPr>
              <a:t>Tete and </a:t>
            </a:r>
            <a:r>
              <a:rPr lang="en-US" sz="2800" b="1" err="1">
                <a:solidFill>
                  <a:srgbClr val="AD2F30"/>
                </a:solidFill>
              </a:rPr>
              <a:t>Quelimane</a:t>
            </a:r>
            <a:br>
              <a:rPr lang="en-US" sz="2800" b="1">
                <a:solidFill>
                  <a:srgbClr val="AD2F30"/>
                </a:solidFill>
                <a:ea typeface="Calibri"/>
                <a:cs typeface="Calibri"/>
              </a:rPr>
            </a:br>
            <a:endParaRPr lang="en-US" sz="2800">
              <a:ea typeface="Calibri"/>
              <a:cs typeface="Calibri"/>
            </a:endParaRPr>
          </a:p>
        </p:txBody>
      </p:sp>
      <p:pic>
        <p:nvPicPr>
          <p:cNvPr id="4" name="Picture 3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6D3174EB-265D-14D0-38BA-5E16AA6E7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16349"/>
            <a:ext cx="11649075" cy="2587153"/>
          </a:xfrm>
          <a:prstGeom prst="rect">
            <a:avLst/>
          </a:prstGeom>
        </p:spPr>
      </p:pic>
      <p:pic>
        <p:nvPicPr>
          <p:cNvPr id="8" name="Picture 7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A40F2506-5F99-4CBF-EB17-9C621B877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509871"/>
            <a:ext cx="11658600" cy="208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4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1243-CB46-0250-5A5B-08D37D8A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08BB-6B1A-5846-78EE-CDDD26AC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30" y="1131062"/>
            <a:ext cx="11671558" cy="809251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rgbClr val="007489"/>
                </a:solidFill>
              </a:rPr>
              <a:t>SARS-CoV-2- </a:t>
            </a:r>
            <a:r>
              <a:rPr lang="en-US" sz="4000" b="1">
                <a:solidFill>
                  <a:srgbClr val="C00000"/>
                </a:solidFill>
              </a:rPr>
              <a:t>Health-Facility</a:t>
            </a:r>
            <a:br>
              <a:rPr lang="en-PT" sz="4000" b="1">
                <a:solidFill>
                  <a:srgbClr val="007489"/>
                </a:solidFill>
              </a:rPr>
            </a:br>
            <a:r>
              <a:rPr lang="en-PT">
                <a:solidFill>
                  <a:schemeClr val="bg1">
                    <a:lumMod val="50000"/>
                  </a:schemeClr>
                </a:solidFill>
              </a:rPr>
              <a:t>HF registries, samples tested and positivity rate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en-US" b="1">
                <a:solidFill>
                  <a:srgbClr val="AD2F30"/>
                </a:solidFill>
              </a:rPr>
              <a:t>Maputo city</a:t>
            </a:r>
            <a:br>
              <a:rPr lang="en-PT" sz="4000">
                <a:solidFill>
                  <a:srgbClr val="007489"/>
                </a:solidFill>
              </a:rPr>
            </a:br>
            <a:endParaRPr lang="en-PT"/>
          </a:p>
        </p:txBody>
      </p:sp>
      <p:pic>
        <p:nvPicPr>
          <p:cNvPr id="3" name="Imagem 2" descr="Gráfico&#10;&#10;O conteúdo gerado por IA pode estar incorreto.">
            <a:extLst>
              <a:ext uri="{FF2B5EF4-FFF2-40B4-BE49-F238E27FC236}">
                <a16:creationId xmlns:a16="http://schemas.microsoft.com/office/drawing/2014/main" id="{D170980B-58A8-EBEF-4EF8-4EA7D93F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" y="1935862"/>
            <a:ext cx="12172464" cy="2634584"/>
          </a:xfrm>
          <a:prstGeom prst="rect">
            <a:avLst/>
          </a:prstGeom>
        </p:spPr>
      </p:pic>
      <p:pic>
        <p:nvPicPr>
          <p:cNvPr id="5" name="Imagem 4" descr="Uma imagem contendo Gráfico de cascata&#10;&#10;O conteúdo gerado por IA pode estar incorreto.">
            <a:extLst>
              <a:ext uri="{FF2B5EF4-FFF2-40B4-BE49-F238E27FC236}">
                <a16:creationId xmlns:a16="http://schemas.microsoft.com/office/drawing/2014/main" id="{1319393A-3934-233E-EC1C-8B70C0FD7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8" y="4572988"/>
            <a:ext cx="12182231" cy="2274253"/>
          </a:xfrm>
          <a:prstGeom prst="rect">
            <a:avLst/>
          </a:prstGeom>
        </p:spPr>
      </p:pic>
      <p:pic>
        <p:nvPicPr>
          <p:cNvPr id="4" name="Imagem 3" descr="Uma imagem contendo Gráfico de cascata&#10;&#10;O conteúdo gerado por IA pode estar incorreto.">
            <a:extLst>
              <a:ext uri="{FF2B5EF4-FFF2-40B4-BE49-F238E27FC236}">
                <a16:creationId xmlns:a16="http://schemas.microsoft.com/office/drawing/2014/main" id="{74734702-B465-545A-CE94-82414A093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4" y="4563708"/>
            <a:ext cx="12172950" cy="228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78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B572-7808-6E9C-F667-A674DC0BE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527B-3E7C-C033-004D-FA1D32D1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30" y="1131062"/>
            <a:ext cx="11671558" cy="809251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rgbClr val="007489"/>
                </a:solidFill>
              </a:rPr>
              <a:t>SARS-CoV-2- </a:t>
            </a:r>
            <a:r>
              <a:rPr lang="en-US" sz="4000" b="1">
                <a:solidFill>
                  <a:srgbClr val="C00000"/>
                </a:solidFill>
              </a:rPr>
              <a:t>Health-Facility</a:t>
            </a:r>
            <a:br>
              <a:rPr lang="en-PT" sz="4000" b="1"/>
            </a:br>
            <a:r>
              <a:rPr lang="en-PT">
                <a:solidFill>
                  <a:schemeClr val="bg1">
                    <a:lumMod val="50000"/>
                  </a:schemeClr>
                </a:solidFill>
              </a:rPr>
              <a:t>HF registries, samples tested and positivity rate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en-US" b="1">
                <a:solidFill>
                  <a:srgbClr val="AD2F30"/>
                </a:solidFill>
              </a:rPr>
              <a:t>Tete &amp; Quelimane</a:t>
            </a:r>
            <a:br>
              <a:rPr lang="en-PT" sz="4000"/>
            </a:br>
            <a:endParaRPr lang="en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DCB28C-B4E5-C930-B1C0-A8C4DA016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31333"/>
            <a:ext cx="12192000" cy="2790179"/>
          </a:xfrm>
          <a:prstGeom prst="rect">
            <a:avLst/>
          </a:prstGeom>
        </p:spPr>
      </p:pic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BB7B945A-76DC-4648-8C47-ECD64692D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13530"/>
            <a:ext cx="12192000" cy="233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64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5AFEA-BCEE-39FE-EED3-9A2FAEFE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0E47-6305-EDDD-D4A6-14681F2B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42" y="590049"/>
            <a:ext cx="11671558" cy="809251"/>
          </a:xfrm>
        </p:spPr>
        <p:txBody>
          <a:bodyPr>
            <a:normAutofit fontScale="90000"/>
          </a:bodyPr>
          <a:lstStyle/>
          <a:p>
            <a:r>
              <a:rPr lang="en-US" sz="3600" b="1" i="0" u="none" strike="noStrike">
                <a:solidFill>
                  <a:srgbClr val="007489"/>
                </a:solidFill>
                <a:effectLst/>
                <a:latin typeface="Calibri" panose="020F0502020204030204" pitchFamily="34" charset="0"/>
              </a:rPr>
              <a:t>SARS-CoV-2- </a:t>
            </a:r>
            <a:r>
              <a:rPr lang="en-US" sz="3600" b="1" i="0" u="none" strike="noStrike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Combined Community, HF, and Wastewater</a:t>
            </a:r>
            <a:r>
              <a:rPr lang="en-US" sz="36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br>
              <a:rPr lang="en-US" sz="36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3600" b="0" i="0" u="none" strike="noStrike">
                <a:solidFill>
                  <a:srgbClr val="7F7F7F"/>
                </a:solidFill>
                <a:effectLst/>
                <a:latin typeface="Calibri" panose="020F0502020204030204" pitchFamily="34" charset="0"/>
              </a:rPr>
              <a:t>Positivity rate </a:t>
            </a:r>
            <a:r>
              <a:rPr lang="en-US">
                <a:solidFill>
                  <a:srgbClr val="7F7F7F"/>
                </a:solidFill>
                <a:latin typeface="Calibri" panose="020F0502020204030204" pitchFamily="34" charset="0"/>
              </a:rPr>
              <a:t>- </a:t>
            </a:r>
            <a:r>
              <a:rPr lang="en-US" sz="3600" b="1" i="0" u="none" strike="noStrike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Maputo City</a:t>
            </a:r>
            <a:endParaRPr lang="pt-B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A3E4F6-F70E-9438-4F43-D6D6FB78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" name="Content Placeholder 7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1831EAB-4228-1B07-E1DF-6550DB1FB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787" y="1911350"/>
            <a:ext cx="7718426" cy="3859213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09E1139-DCD2-076B-38D2-EB70566A82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3116" y="3840956"/>
            <a:ext cx="874643" cy="5322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103E1C-5AEB-C097-5B90-541C23E08728}"/>
              </a:ext>
            </a:extLst>
          </p:cNvPr>
          <p:cNvSpPr/>
          <p:nvPr/>
        </p:nvSpPr>
        <p:spPr>
          <a:xfrm>
            <a:off x="9517786" y="3631977"/>
            <a:ext cx="1319946" cy="651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F7EB3FB2-38EA-EA75-854A-CE006EB81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16" y="1397000"/>
            <a:ext cx="10824310" cy="53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96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16F4-1F14-3345-AAAA-9ECFA2D7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bars of different colors&#10;&#10;AI-generated content may be incorrect.">
            <a:extLst>
              <a:ext uri="{FF2B5EF4-FFF2-40B4-BE49-F238E27FC236}">
                <a16:creationId xmlns:a16="http://schemas.microsoft.com/office/drawing/2014/main" id="{448B290A-1ADC-DC19-C5EC-DCB09EB08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" t="-2809" r="23713" b="4222"/>
          <a:stretch>
            <a:fillRect/>
          </a:stretch>
        </p:blipFill>
        <p:spPr>
          <a:xfrm>
            <a:off x="409142" y="1802547"/>
            <a:ext cx="8289078" cy="4249910"/>
          </a:xfrm>
          <a:prstGeom prst="rect">
            <a:avLst/>
          </a:prstGeom>
        </p:spPr>
      </p:pic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8D8105-9D46-AB37-42E9-2ACC0B502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/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65C708D-9C46-02C8-C441-EA8A885023CF}"/>
              </a:ext>
            </a:extLst>
          </p:cNvPr>
          <p:cNvSpPr txBox="1">
            <a:spLocks/>
          </p:cNvSpPr>
          <p:nvPr/>
        </p:nvSpPr>
        <p:spPr>
          <a:xfrm>
            <a:off x="409142" y="560422"/>
            <a:ext cx="1136554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900" b="1">
                <a:solidFill>
                  <a:srgbClr val="007489"/>
                </a:solidFill>
              </a:rPr>
              <a:t>SARS-CoV-2 Genomic Surveillance- </a:t>
            </a:r>
            <a:r>
              <a:rPr lang="en-US" sz="2900" b="1">
                <a:solidFill>
                  <a:srgbClr val="C00000"/>
                </a:solidFill>
              </a:rPr>
              <a:t>Combined Community, HF, and WW</a:t>
            </a:r>
            <a:br>
              <a:rPr lang="en-US" sz="2900" b="1">
                <a:ea typeface="Calibri"/>
                <a:cs typeface="Calibri"/>
              </a:rPr>
            </a:br>
            <a:r>
              <a:rPr lang="en-US" sz="2900" b="1">
                <a:solidFill>
                  <a:srgbClr val="C00000"/>
                </a:solidFill>
                <a:latin typeface="Calibri" panose="020F0502020204030204" pitchFamily="34" charset="0"/>
              </a:rPr>
              <a:t>Maputo City</a:t>
            </a:r>
            <a:endParaRPr lang="en-US" sz="29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FF89A-3D35-E771-A3FB-545B5C0A0F15}"/>
              </a:ext>
            </a:extLst>
          </p:cNvPr>
          <p:cNvSpPr txBox="1"/>
          <p:nvPr/>
        </p:nvSpPr>
        <p:spPr>
          <a:xfrm rot="16200000">
            <a:off x="-506524" y="3104986"/>
            <a:ext cx="15543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err="1"/>
              <a:t>Number</a:t>
            </a:r>
            <a:r>
              <a:rPr lang="pt-BR" sz="1200"/>
              <a:t> </a:t>
            </a:r>
            <a:r>
              <a:rPr lang="pt-BR" sz="1200" err="1"/>
              <a:t>of</a:t>
            </a:r>
            <a:r>
              <a:rPr lang="pt-BR" sz="1200"/>
              <a:t> </a:t>
            </a:r>
            <a:r>
              <a:rPr lang="pt-BR" sz="1200" err="1"/>
              <a:t>detections</a:t>
            </a:r>
            <a:endParaRPr lang="pt-BR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17BA2-249A-B834-A3C2-DE5BA7BA1794}"/>
              </a:ext>
            </a:extLst>
          </p:cNvPr>
          <p:cNvSpPr txBox="1"/>
          <p:nvPr/>
        </p:nvSpPr>
        <p:spPr>
          <a:xfrm rot="16200000">
            <a:off x="-159475" y="5095658"/>
            <a:ext cx="860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/>
              <a:t>Proportion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F976D0-651B-7880-E8BC-92724B108D55}"/>
              </a:ext>
            </a:extLst>
          </p:cNvPr>
          <p:cNvSpPr txBox="1"/>
          <p:nvPr/>
        </p:nvSpPr>
        <p:spPr>
          <a:xfrm>
            <a:off x="8698220" y="5058307"/>
            <a:ext cx="3361637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b="1"/>
              <a:t>New variant Zeta detected in WW starting on WK23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b="1"/>
              <a:t>No variants of concern so far detected in clinical and WW samples</a:t>
            </a:r>
          </a:p>
        </p:txBody>
      </p:sp>
      <p:pic>
        <p:nvPicPr>
          <p:cNvPr id="2" name="Picture 1" descr="A colorful bars of different colors&#10;&#10;AI-generated content may be incorrect.">
            <a:extLst>
              <a:ext uri="{FF2B5EF4-FFF2-40B4-BE49-F238E27FC236}">
                <a16:creationId xmlns:a16="http://schemas.microsoft.com/office/drawing/2014/main" id="{92625A16-EACD-5E59-F30F-526113F2F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4" t="12067" b="18221"/>
          <a:stretch>
            <a:fillRect/>
          </a:stretch>
        </p:blipFill>
        <p:spPr>
          <a:xfrm>
            <a:off x="8604069" y="1945532"/>
            <a:ext cx="2654634" cy="3092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3F0828-6179-2A5B-0FAA-6D462F182157}"/>
              </a:ext>
            </a:extLst>
          </p:cNvPr>
          <p:cNvSpPr txBox="1"/>
          <p:nvPr/>
        </p:nvSpPr>
        <p:spPr>
          <a:xfrm>
            <a:off x="140093" y="6075193"/>
            <a:ext cx="8519965" cy="646331"/>
          </a:xfrm>
          <a:prstGeom prst="rect">
            <a:avLst/>
          </a:prstGeom>
          <a:noFill/>
          <a:ln w="28575">
            <a:solidFill>
              <a:srgbClr val="007489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b="1" u="sng">
                <a:solidFill>
                  <a:srgbClr val="000000"/>
                </a:solidFill>
                <a:ea typeface="Calibri"/>
                <a:cs typeface="Calibri"/>
              </a:rPr>
              <a:t>*Sem dados novos (Clínicas)</a:t>
            </a:r>
            <a:r>
              <a:rPr lang="pt-PT">
                <a:ea typeface="Calibri"/>
                <a:cs typeface="Calibri"/>
              </a:rPr>
              <a:t>, 15</a:t>
            </a:r>
            <a:r>
              <a:rPr lang="pt-PT" b="1">
                <a:ea typeface="Calibri"/>
                <a:cs typeface="Calibri"/>
              </a:rPr>
              <a:t> </a:t>
            </a:r>
            <a:r>
              <a:rPr lang="pt-PT">
                <a:ea typeface="Calibri"/>
                <a:cs typeface="Calibri"/>
              </a:rPr>
              <a:t>amostras no processo de testagem. E 0</a:t>
            </a:r>
            <a:r>
              <a:rPr lang="pt-PT" b="1">
                <a:ea typeface="Calibri"/>
                <a:cs typeface="Calibri"/>
              </a:rPr>
              <a:t> </a:t>
            </a:r>
            <a:r>
              <a:rPr lang="pt-PT">
                <a:ea typeface="Calibri"/>
                <a:cs typeface="Calibri"/>
              </a:rPr>
              <a:t>na lista de espera.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89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9C079-7228-C5F1-21CC-2E8B44C46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B209377-9D73-57E0-25D8-ADEB5DBA2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525" cy="9525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73546A1-9878-32BD-D927-304D70FAF663}"/>
              </a:ext>
            </a:extLst>
          </p:cNvPr>
          <p:cNvSpPr txBox="1">
            <a:spLocks/>
          </p:cNvSpPr>
          <p:nvPr/>
        </p:nvSpPr>
        <p:spPr>
          <a:xfrm>
            <a:off x="609600" y="762001"/>
            <a:ext cx="11344275" cy="1133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>
                <a:solidFill>
                  <a:srgbClr val="007489"/>
                </a:solidFill>
              </a:rPr>
              <a:t>Influenza- </a:t>
            </a:r>
            <a:r>
              <a:rPr lang="en-US" sz="3500" b="1">
                <a:solidFill>
                  <a:srgbClr val="C00000"/>
                </a:solidFill>
              </a:rPr>
              <a:t>Community</a:t>
            </a:r>
            <a:br>
              <a:rPr lang="en-PT" sz="3500" b="1"/>
            </a:b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Disease reported, samples tested and positivity rate – </a:t>
            </a:r>
            <a:r>
              <a:rPr lang="en-PT" sz="3200" b="1">
                <a:solidFill>
                  <a:srgbClr val="C00000"/>
                </a:solidFill>
              </a:rPr>
              <a:t>Maputo City</a:t>
            </a:r>
            <a:endParaRPr lang="en-US" sz="3500" b="1">
              <a:solidFill>
                <a:srgbClr val="C00000"/>
              </a:solidFill>
              <a:ea typeface="Calibri"/>
              <a:cs typeface="Calibri"/>
            </a:endParaRPr>
          </a:p>
        </p:txBody>
      </p:sp>
      <p:pic>
        <p:nvPicPr>
          <p:cNvPr id="3" name="Picture 2" descr="A graph of positive and negative numbers&#10;&#10;AI-generated content may be incorrect.">
            <a:extLst>
              <a:ext uri="{FF2B5EF4-FFF2-40B4-BE49-F238E27FC236}">
                <a16:creationId xmlns:a16="http://schemas.microsoft.com/office/drawing/2014/main" id="{00F23B37-0341-A4B9-6F9F-4CEE17BAD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880731"/>
            <a:ext cx="11715750" cy="2372638"/>
          </a:xfrm>
          <a:prstGeom prst="rect">
            <a:avLst/>
          </a:prstGeom>
        </p:spPr>
      </p:pic>
      <p:pic>
        <p:nvPicPr>
          <p:cNvPr id="6" name="Picture 5" descr="A screenshot of a white box with black text&#10;&#10;AI-generated content may be incorrect.">
            <a:extLst>
              <a:ext uri="{FF2B5EF4-FFF2-40B4-BE49-F238E27FC236}">
                <a16:creationId xmlns:a16="http://schemas.microsoft.com/office/drawing/2014/main" id="{1E84A0D7-B526-F322-FEAF-306B591E9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4261671"/>
            <a:ext cx="12192000" cy="236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21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7AEB-FE7D-1455-6551-7E6C7D5E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2D92-5D90-BDD3-5AAF-76B9BDBD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6" y="1131062"/>
            <a:ext cx="12201049" cy="809251"/>
          </a:xfrm>
        </p:spPr>
        <p:txBody>
          <a:bodyPr>
            <a:normAutofit fontScale="90000"/>
          </a:bodyPr>
          <a:lstStyle/>
          <a:p>
            <a:r>
              <a:rPr lang="en-US" sz="3900" b="1">
                <a:solidFill>
                  <a:srgbClr val="007489"/>
                </a:solidFill>
              </a:rPr>
              <a:t>Influenza</a:t>
            </a:r>
            <a:r>
              <a:rPr lang="en-US" sz="4000" b="1">
                <a:solidFill>
                  <a:srgbClr val="007489"/>
                </a:solidFill>
              </a:rPr>
              <a:t>- </a:t>
            </a:r>
            <a:r>
              <a:rPr lang="en-US" sz="4000" b="1">
                <a:solidFill>
                  <a:srgbClr val="C00000"/>
                </a:solidFill>
              </a:rPr>
              <a:t>Community</a:t>
            </a:r>
            <a:br>
              <a:rPr lang="en-PT" sz="4000" b="1"/>
            </a:br>
            <a:r>
              <a:rPr lang="en-PT" sz="2800" err="1">
                <a:solidFill>
                  <a:schemeClr val="bg1">
                    <a:lumMod val="50000"/>
                  </a:schemeClr>
                </a:solidFill>
              </a:rPr>
              <a:t>Disease</a:t>
            </a:r>
            <a:r>
              <a:rPr lang="en-PT" sz="28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sz="2800" err="1">
                <a:solidFill>
                  <a:schemeClr val="bg1">
                    <a:lumMod val="50000"/>
                  </a:schemeClr>
                </a:solidFill>
              </a:rPr>
              <a:t>reported</a:t>
            </a:r>
            <a:r>
              <a:rPr lang="en-PT" sz="2800">
                <a:solidFill>
                  <a:schemeClr val="bg1">
                    <a:lumMod val="50000"/>
                  </a:schemeClr>
                </a:solidFill>
              </a:rPr>
              <a:t>, samples </a:t>
            </a:r>
            <a:r>
              <a:rPr lang="en-PT" sz="2800" err="1">
                <a:solidFill>
                  <a:schemeClr val="bg1">
                    <a:lumMod val="50000"/>
                  </a:schemeClr>
                </a:solidFill>
              </a:rPr>
              <a:t>tested</a:t>
            </a:r>
            <a:r>
              <a:rPr lang="en-PT" sz="28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sz="2800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PT" sz="28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sz="2800" err="1">
                <a:solidFill>
                  <a:schemeClr val="bg1">
                    <a:lumMod val="50000"/>
                  </a:schemeClr>
                </a:solidFill>
              </a:rPr>
              <a:t>positivity</a:t>
            </a:r>
            <a:r>
              <a:rPr lang="en-PT" sz="2800">
                <a:solidFill>
                  <a:schemeClr val="bg1">
                    <a:lumMod val="50000"/>
                  </a:schemeClr>
                </a:solidFill>
              </a:rPr>
              <a:t> rate</a:t>
            </a:r>
            <a:r>
              <a:rPr lang="en-US" sz="280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en-US" sz="2800" b="1">
                <a:solidFill>
                  <a:srgbClr val="AD2F30"/>
                </a:solidFill>
              </a:rPr>
              <a:t>Tete and </a:t>
            </a:r>
            <a:r>
              <a:rPr lang="en-US" sz="2800" b="1" err="1">
                <a:solidFill>
                  <a:srgbClr val="AD2F30"/>
                </a:solidFill>
              </a:rPr>
              <a:t>Quelimane</a:t>
            </a:r>
            <a:br>
              <a:rPr lang="en-PT" sz="4000"/>
            </a:br>
            <a:endParaRPr lang="pt-BR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C604A-FBED-20DB-8275-346ADA987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936810"/>
            <a:ext cx="11706225" cy="2270004"/>
          </a:xfrm>
          <a:prstGeom prst="rect">
            <a:avLst/>
          </a:prstGeom>
        </p:spPr>
      </p:pic>
      <p:pic>
        <p:nvPicPr>
          <p:cNvPr id="5" name="Picture 4" descr="A white background with red text and numbers&#10;&#10;AI-generated content may be incorrect.">
            <a:extLst>
              <a:ext uri="{FF2B5EF4-FFF2-40B4-BE49-F238E27FC236}">
                <a16:creationId xmlns:a16="http://schemas.microsoft.com/office/drawing/2014/main" id="{8BA9B934-F084-2B77-6C1E-CC38DE204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4209857"/>
            <a:ext cx="11696700" cy="250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73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BBC5BD4B-87E4-7954-B5B6-24CFE990E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525" cy="9525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0337DF3-0ED7-EECC-99CE-3AFA3824D4AA}"/>
              </a:ext>
            </a:extLst>
          </p:cNvPr>
          <p:cNvSpPr txBox="1">
            <a:spLocks/>
          </p:cNvSpPr>
          <p:nvPr/>
        </p:nvSpPr>
        <p:spPr>
          <a:xfrm>
            <a:off x="609600" y="762001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>
                <a:solidFill>
                  <a:srgbClr val="007489"/>
                </a:solidFill>
              </a:rPr>
              <a:t>Influenza- </a:t>
            </a:r>
            <a:r>
              <a:rPr lang="en-US" sz="3500" b="1">
                <a:solidFill>
                  <a:srgbClr val="C00000"/>
                </a:solidFill>
              </a:rPr>
              <a:t>Health-Facility</a:t>
            </a:r>
            <a:br>
              <a:rPr lang="en-PT" sz="3500" b="1">
                <a:solidFill>
                  <a:srgbClr val="007489"/>
                </a:solidFill>
              </a:rPr>
            </a:br>
            <a:r>
              <a:rPr lang="en-PT" sz="3200">
                <a:solidFill>
                  <a:schemeClr val="bg1">
                    <a:lumMod val="50000"/>
                  </a:schemeClr>
                </a:solidFill>
              </a:rPr>
              <a:t>HF registries, samples tested and positivity rate</a:t>
            </a:r>
            <a:r>
              <a:rPr lang="en-US" sz="320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en-US" sz="3200" b="1">
                <a:solidFill>
                  <a:srgbClr val="C00000"/>
                </a:solidFill>
              </a:rPr>
              <a:t>Maputo City</a:t>
            </a:r>
            <a:endParaRPr lang="en-PT" sz="3500" b="1">
              <a:solidFill>
                <a:srgbClr val="C00000"/>
              </a:solidFill>
            </a:endParaRPr>
          </a:p>
        </p:txBody>
      </p:sp>
      <p:pic>
        <p:nvPicPr>
          <p:cNvPr id="2" name="Imagem 1" descr="Gráfico&#10;&#10;O conteúdo gerado por IA pode estar incorreto.">
            <a:extLst>
              <a:ext uri="{FF2B5EF4-FFF2-40B4-BE49-F238E27FC236}">
                <a16:creationId xmlns:a16="http://schemas.microsoft.com/office/drawing/2014/main" id="{8F56E97D-38D9-C5C4-6922-30E7B8301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92" y="1902335"/>
            <a:ext cx="12210806" cy="253556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10C3E39-EBB9-1B20-858E-D75E2ADB8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19101"/>
            <a:ext cx="12201525" cy="243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00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7604-248D-A021-03AD-0FCB4EC4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E5CA-087F-3447-189C-C211C388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30" y="1131062"/>
            <a:ext cx="11671558" cy="809251"/>
          </a:xfrm>
        </p:spPr>
        <p:txBody>
          <a:bodyPr>
            <a:normAutofit fontScale="90000"/>
          </a:bodyPr>
          <a:lstStyle/>
          <a:p>
            <a:r>
              <a:rPr lang="en-US" sz="3900" b="1">
                <a:solidFill>
                  <a:srgbClr val="007489"/>
                </a:solidFill>
              </a:rPr>
              <a:t>Influenza</a:t>
            </a:r>
            <a:r>
              <a:rPr lang="en-US" sz="4000" b="1">
                <a:solidFill>
                  <a:srgbClr val="007489"/>
                </a:solidFill>
              </a:rPr>
              <a:t>- </a:t>
            </a:r>
            <a:r>
              <a:rPr lang="en-US" sz="4000" b="1">
                <a:solidFill>
                  <a:srgbClr val="C00000"/>
                </a:solidFill>
              </a:rPr>
              <a:t>Health-Facility</a:t>
            </a:r>
            <a:br>
              <a:rPr lang="en-PT" sz="4000" b="1"/>
            </a:br>
            <a:r>
              <a:rPr lang="en-PT">
                <a:solidFill>
                  <a:schemeClr val="bg1">
                    <a:lumMod val="50000"/>
                  </a:schemeClr>
                </a:solidFill>
              </a:rPr>
              <a:t>HF registries, samples </a:t>
            </a:r>
            <a:r>
              <a:rPr lang="en-PT" err="1">
                <a:solidFill>
                  <a:schemeClr val="bg1">
                    <a:lumMod val="50000"/>
                  </a:schemeClr>
                </a:solidFill>
              </a:rPr>
              <a:t>tested</a:t>
            </a:r>
            <a:r>
              <a:rPr lang="en-P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P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err="1">
                <a:solidFill>
                  <a:schemeClr val="bg1">
                    <a:lumMod val="50000"/>
                  </a:schemeClr>
                </a:solidFill>
              </a:rPr>
              <a:t>positivity</a:t>
            </a:r>
            <a:r>
              <a:rPr lang="en-PT">
                <a:solidFill>
                  <a:schemeClr val="bg1">
                    <a:lumMod val="50000"/>
                  </a:schemeClr>
                </a:solidFill>
              </a:rPr>
              <a:t> rate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en-US" b="1">
                <a:solidFill>
                  <a:srgbClr val="AD2F30"/>
                </a:solidFill>
              </a:rPr>
              <a:t>Tete &amp; Quelimane</a:t>
            </a:r>
            <a:br>
              <a:rPr lang="en-PT" sz="4000"/>
            </a:br>
            <a:endParaRPr lang="pt-BR">
              <a:ea typeface="Calibri"/>
              <a:cs typeface="Calibri"/>
            </a:endParaRPr>
          </a:p>
        </p:txBody>
      </p:sp>
      <p:pic>
        <p:nvPicPr>
          <p:cNvPr id="8" name="Imagem 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423524BF-5AF4-8C3A-EC5C-AC013585D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9938"/>
            <a:ext cx="12192000" cy="2846431"/>
          </a:xfrm>
          <a:prstGeom prst="rect">
            <a:avLst/>
          </a:prstGeom>
        </p:spPr>
      </p:pic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2D2C0389-C733-7BC9-67B5-D3115ABF9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86530"/>
            <a:ext cx="12192000" cy="226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48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6CA53-D127-D384-115B-914E8A3DA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2210-1FFA-7101-E1A0-4282A59F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56" y="289574"/>
            <a:ext cx="11671558" cy="809251"/>
          </a:xfrm>
        </p:spPr>
        <p:txBody>
          <a:bodyPr>
            <a:normAutofit fontScale="90000"/>
          </a:bodyPr>
          <a:lstStyle/>
          <a:p>
            <a:r>
              <a:rPr lang="en-US" sz="3600" b="1" i="0" u="none" strike="noStrike">
                <a:solidFill>
                  <a:srgbClr val="007489"/>
                </a:solidFill>
                <a:effectLst/>
                <a:latin typeface="Calibri" panose="020F0502020204030204" pitchFamily="34" charset="0"/>
              </a:rPr>
              <a:t>Influenza- </a:t>
            </a:r>
            <a:r>
              <a:rPr lang="en-US" sz="3600" b="1" i="0" u="none" strike="noStrike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Combined Community, HF, and Wastewater</a:t>
            </a:r>
            <a:r>
              <a:rPr lang="en-US" sz="36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br>
              <a:rPr lang="en-US" sz="36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US" sz="3600" b="0" i="0" u="none" strike="noStrike">
                <a:solidFill>
                  <a:srgbClr val="7F7F7F"/>
                </a:solidFill>
                <a:effectLst/>
                <a:latin typeface="Calibri" panose="020F0502020204030204" pitchFamily="34" charset="0"/>
              </a:rPr>
              <a:t>Positivity rate – </a:t>
            </a:r>
            <a:r>
              <a:rPr lang="en-US" sz="3600" b="1" i="0" u="none" strike="noStrike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Maputo City</a:t>
            </a:r>
            <a:endParaRPr lang="pt-B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BC71B-F437-037D-BD91-32669DEB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MS PGothic" panose="020B0600070205080204" pitchFamily="34" charset="-128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" name="Content Placeholder 7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89092E4B-D561-5017-484A-C32999E87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787" y="1911350"/>
            <a:ext cx="7718426" cy="3859213"/>
          </a:xfrm>
        </p:spPr>
      </p:pic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30B90B96-2863-069B-4216-1F2B8447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37" y="1103923"/>
            <a:ext cx="10755924" cy="54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92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BF8A-2C86-2937-F0B6-9215F0526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4D3294-D127-F76C-A62E-964E71FF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DC129-6866-D1FF-159D-F03E7E9E5DA5}"/>
              </a:ext>
            </a:extLst>
          </p:cNvPr>
          <p:cNvSpPr txBox="1">
            <a:spLocks/>
          </p:cNvSpPr>
          <p:nvPr/>
        </p:nvSpPr>
        <p:spPr>
          <a:xfrm>
            <a:off x="307027" y="189529"/>
            <a:ext cx="11671558" cy="1026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900" b="1" err="1">
                <a:solidFill>
                  <a:srgbClr val="007489"/>
                </a:solidFill>
              </a:rPr>
              <a:t>Vigilância</a:t>
            </a:r>
            <a:r>
              <a:rPr lang="en-US" sz="3900" b="1">
                <a:solidFill>
                  <a:srgbClr val="007489"/>
                </a:solidFill>
              </a:rPr>
              <a:t> de </a:t>
            </a:r>
            <a:r>
              <a:rPr lang="en-US" sz="3900" b="1" err="1">
                <a:solidFill>
                  <a:srgbClr val="007489"/>
                </a:solidFill>
              </a:rPr>
              <a:t>águas</a:t>
            </a:r>
            <a:r>
              <a:rPr lang="en-US" sz="3900" b="1">
                <a:solidFill>
                  <a:srgbClr val="007489"/>
                </a:solidFill>
              </a:rPr>
              <a:t> </a:t>
            </a:r>
            <a:r>
              <a:rPr lang="en-US" sz="3900" b="1" err="1">
                <a:solidFill>
                  <a:srgbClr val="007489"/>
                </a:solidFill>
              </a:rPr>
              <a:t>residuais</a:t>
            </a:r>
            <a:r>
              <a:rPr lang="en-US" sz="3900" b="1">
                <a:solidFill>
                  <a:srgbClr val="007489"/>
                </a:solidFill>
              </a:rPr>
              <a:t> </a:t>
            </a:r>
            <a:r>
              <a:rPr lang="en-US" sz="3900" b="1">
                <a:solidFill>
                  <a:srgbClr val="C00000"/>
                </a:solidFill>
              </a:rPr>
              <a:t>Influenza</a:t>
            </a:r>
            <a:br>
              <a:rPr lang="en-US" sz="3900" b="1"/>
            </a:br>
            <a:r>
              <a:rPr lang="en-US" sz="4000" b="1" err="1">
                <a:solidFill>
                  <a:schemeClr val="bg1">
                    <a:lumMod val="50000"/>
                  </a:schemeClr>
                </a:solidFill>
              </a:rPr>
              <a:t>Resultados</a:t>
            </a:r>
            <a:r>
              <a:rPr lang="en-US" sz="4000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4000" b="1" err="1">
                <a:solidFill>
                  <a:schemeClr val="bg1">
                    <a:lumMod val="50000"/>
                  </a:schemeClr>
                </a:solidFill>
              </a:rPr>
              <a:t>combinados</a:t>
            </a:r>
            <a:r>
              <a:rPr lang="en-US" sz="4000" b="1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sz="4000" b="1" err="1">
                <a:solidFill>
                  <a:schemeClr val="bg1">
                    <a:lumMod val="50000"/>
                  </a:schemeClr>
                </a:solidFill>
              </a:rPr>
              <a:t>Comunidade</a:t>
            </a:r>
            <a:r>
              <a:rPr lang="en-US" sz="4000" b="1">
                <a:solidFill>
                  <a:schemeClr val="bg1">
                    <a:lumMod val="50000"/>
                  </a:schemeClr>
                </a:solidFill>
              </a:rPr>
              <a:t>, US e WES</a:t>
            </a:r>
            <a:r>
              <a:rPr lang="en-US" sz="4000">
                <a:solidFill>
                  <a:schemeClr val="bg1">
                    <a:lumMod val="50000"/>
                  </a:schemeClr>
                </a:solidFill>
              </a:rPr>
              <a:t> - Semana 12 - 41</a:t>
            </a:r>
            <a:endParaRPr lang="en-US">
              <a:solidFill>
                <a:schemeClr val="bg1">
                  <a:lumMod val="5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7" name="Content Placeholder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437C7D28-07CC-EBD7-46B1-C553536DB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590" y="1911350"/>
            <a:ext cx="5788819" cy="3859213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C712CF-D760-3954-CB82-23806EBC6080}"/>
              </a:ext>
            </a:extLst>
          </p:cNvPr>
          <p:cNvSpPr txBox="1"/>
          <p:nvPr/>
        </p:nvSpPr>
        <p:spPr>
          <a:xfrm rot="16200000">
            <a:off x="9507" y="2308582"/>
            <a:ext cx="1527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/>
              <a:t>Number od detection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9102D8-EA62-CE16-38F7-F5BF744816A5}"/>
              </a:ext>
            </a:extLst>
          </p:cNvPr>
          <p:cNvSpPr txBox="1"/>
          <p:nvPr/>
        </p:nvSpPr>
        <p:spPr>
          <a:xfrm rot="16200000">
            <a:off x="327253" y="4495900"/>
            <a:ext cx="891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/>
              <a:t>Proportion</a:t>
            </a: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9DB178F-4B07-24D0-21A4-2706F7E91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49" y="1134851"/>
            <a:ext cx="11198808" cy="4799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3615A-CEDE-225D-F876-69EAAE9E8889}"/>
              </a:ext>
            </a:extLst>
          </p:cNvPr>
          <p:cNvSpPr txBox="1"/>
          <p:nvPr/>
        </p:nvSpPr>
        <p:spPr>
          <a:xfrm>
            <a:off x="1332078" y="5929164"/>
            <a:ext cx="8519965" cy="369332"/>
          </a:xfrm>
          <a:prstGeom prst="rect">
            <a:avLst/>
          </a:prstGeom>
          <a:noFill/>
          <a:ln w="28575">
            <a:solidFill>
              <a:srgbClr val="007489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b="1" u="sng">
                <a:solidFill>
                  <a:srgbClr val="000000"/>
                </a:solidFill>
                <a:ea typeface="Calibri"/>
                <a:cs typeface="Calibri"/>
              </a:rPr>
              <a:t>*Sem dados novos (Clínicas)</a:t>
            </a:r>
            <a:r>
              <a:rPr lang="pt-PT">
                <a:ea typeface="Calibri"/>
                <a:cs typeface="Calibri"/>
              </a:rPr>
              <a:t>, 32</a:t>
            </a:r>
            <a:r>
              <a:rPr lang="pt-PT" b="1">
                <a:ea typeface="Calibri"/>
                <a:cs typeface="Calibri"/>
              </a:rPr>
              <a:t> </a:t>
            </a:r>
            <a:r>
              <a:rPr lang="pt-PT">
                <a:ea typeface="Calibri"/>
                <a:cs typeface="Calibri"/>
              </a:rPr>
              <a:t>amostras no processo de análises. E 36 em testagem.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23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292D9-6576-6BF6-E0A9-789F5618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600" err="1">
                <a:solidFill>
                  <a:srgbClr val="2F5597"/>
                </a:solidFill>
                <a:ea typeface="Calibri"/>
                <a:cs typeface="Calibri"/>
              </a:rPr>
              <a:t>Salmonella</a:t>
            </a:r>
            <a:r>
              <a:rPr lang="pt-PT" sz="3600">
                <a:solidFill>
                  <a:srgbClr val="2F5597"/>
                </a:solidFill>
                <a:ea typeface="Calibri"/>
                <a:cs typeface="Calibri"/>
              </a:rPr>
              <a:t> </a:t>
            </a:r>
            <a:r>
              <a:rPr lang="pt-PT" sz="3600" err="1">
                <a:solidFill>
                  <a:srgbClr val="2F5597"/>
                </a:solidFill>
                <a:ea typeface="Calibri"/>
                <a:cs typeface="Calibri"/>
              </a:rPr>
              <a:t>typhi</a:t>
            </a:r>
            <a:br>
              <a:rPr lang="pt-PT" sz="3600">
                <a:solidFill>
                  <a:srgbClr val="2F5597"/>
                </a:solidFill>
                <a:ea typeface="Calibri"/>
                <a:cs typeface="Calibri"/>
              </a:rPr>
            </a:br>
            <a:r>
              <a:rPr lang="pt-PT" sz="3600">
                <a:solidFill>
                  <a:srgbClr val="2F5597"/>
                </a:solidFill>
                <a:ea typeface="Calibri"/>
                <a:cs typeface="Calibri"/>
              </a:rPr>
              <a:t> </a:t>
            </a:r>
            <a:endParaRPr lang="pt-PT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17C8E3C-9178-8614-CF88-755A74F9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2800" y="2262434"/>
            <a:ext cx="2946400" cy="2745671"/>
          </a:xfrm>
        </p:spPr>
        <p:txBody>
          <a:bodyPr lIns="64008" tIns="45720" rIns="45720" bIns="45720" anchor="t"/>
          <a:lstStyle/>
          <a:p>
            <a:r>
              <a:rPr lang="pt-PT" sz="3600" b="1" err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And</a:t>
            </a:r>
            <a:endParaRPr lang="pt-PT" sz="3600" b="1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pt-PT" sz="3600" b="1" err="1">
                <a:solidFill>
                  <a:srgbClr val="2F5597"/>
                </a:solidFill>
                <a:ea typeface="Calibri"/>
                <a:cs typeface="Calibri"/>
              </a:rPr>
              <a:t>and</a:t>
            </a:r>
            <a:endParaRPr lang="pt-PT" err="1"/>
          </a:p>
          <a:p>
            <a:r>
              <a:rPr lang="pt-PT" sz="3600" b="1" err="1">
                <a:solidFill>
                  <a:srgbClr val="2F5597"/>
                </a:solidFill>
                <a:ea typeface="Calibri"/>
                <a:cs typeface="Calibri"/>
              </a:rPr>
              <a:t>Vibrio</a:t>
            </a:r>
            <a:r>
              <a:rPr lang="pt-PT" sz="3600" b="1">
                <a:solidFill>
                  <a:srgbClr val="2F5597"/>
                </a:solidFill>
                <a:ea typeface="Calibri"/>
                <a:cs typeface="Calibri"/>
              </a:rPr>
              <a:t> </a:t>
            </a:r>
            <a:r>
              <a:rPr lang="pt-PT" sz="3600" b="1" err="1">
                <a:solidFill>
                  <a:srgbClr val="2F5597"/>
                </a:solidFill>
                <a:ea typeface="Calibri"/>
                <a:cs typeface="Calibri"/>
              </a:rPr>
              <a:t>cholera</a:t>
            </a:r>
            <a:r>
              <a:rPr lang="pt-PT" sz="3600" b="1">
                <a:solidFill>
                  <a:srgbClr val="2F5597"/>
                </a:solidFill>
                <a:ea typeface="Calibri"/>
                <a:cs typeface="Calibri"/>
              </a:rPr>
              <a:t> </a:t>
            </a:r>
            <a:endParaRPr lang="pt-PT"/>
          </a:p>
          <a:p>
            <a:endParaRPr lang="pt-PT">
              <a:ea typeface="Calibri"/>
              <a:cs typeface="Calibri"/>
            </a:endParaRPr>
          </a:p>
        </p:txBody>
      </p:sp>
      <p:pic>
        <p:nvPicPr>
          <p:cNvPr id="9" name="Marcador de Posição da Imagem 8">
            <a:extLst>
              <a:ext uri="{FF2B5EF4-FFF2-40B4-BE49-F238E27FC236}">
                <a16:creationId xmlns:a16="http://schemas.microsoft.com/office/drawing/2014/main" id="{D0E4160F-5905-0A5A-C91B-4E9E4CB75D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348" b="7348"/>
          <a:stretch/>
        </p:blipFill>
        <p:spPr>
          <a:xfrm rot="420000">
            <a:off x="4142491" y="1045648"/>
            <a:ext cx="7176390" cy="4251135"/>
          </a:xfrm>
          <a:prstGeom prst="rect">
            <a:avLst/>
          </a:prstGeom>
          <a:solidFill>
            <a:srgbClr val="E7E6E6"/>
          </a:solidFill>
          <a:ln w="3000" cap="rnd">
            <a:solidFill>
              <a:srgbClr val="C0C0C0"/>
            </a:solidFill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6273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087695DE-9F1C-476B-E299-CE95C22647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pt-PT" sz="2800">
                <a:ea typeface="Calibri"/>
                <a:cs typeface="Calibri"/>
              </a:rPr>
              <a:t>S. </a:t>
            </a:r>
            <a:r>
              <a:rPr lang="pt-PT" sz="2800" err="1">
                <a:ea typeface="Calibri"/>
                <a:cs typeface="Calibri"/>
              </a:rPr>
              <a:t>typhi</a:t>
            </a:r>
            <a:r>
              <a:rPr lang="pt-PT" sz="2800">
                <a:ea typeface="Calibri"/>
                <a:cs typeface="Calibri"/>
              </a:rPr>
              <a:t> – </a:t>
            </a:r>
            <a:r>
              <a:rPr lang="pt-PT" sz="2800" err="1">
                <a:ea typeface="Calibri"/>
                <a:cs typeface="Calibri"/>
              </a:rPr>
              <a:t>cumulative</a:t>
            </a:r>
            <a:r>
              <a:rPr lang="pt-PT" sz="2800">
                <a:ea typeface="Calibri"/>
                <a:cs typeface="Calibri"/>
              </a:rPr>
              <a:t> samples </a:t>
            </a:r>
            <a:r>
              <a:rPr lang="pt-PT" sz="2800" err="1">
                <a:ea typeface="Calibri"/>
                <a:cs typeface="Calibri"/>
              </a:rPr>
              <a:t>from</a:t>
            </a:r>
            <a:r>
              <a:rPr lang="pt-PT" sz="2800">
                <a:ea typeface="Calibri"/>
                <a:cs typeface="Calibri"/>
              </a:rPr>
              <a:t> </a:t>
            </a:r>
            <a:r>
              <a:rPr lang="pt-PT" sz="2800" err="1">
                <a:ea typeface="Calibri"/>
                <a:cs typeface="Calibri"/>
              </a:rPr>
              <a:t>all</a:t>
            </a:r>
            <a:r>
              <a:rPr lang="pt-PT" sz="2800">
                <a:ea typeface="Calibri"/>
                <a:cs typeface="Calibri"/>
              </a:rPr>
              <a:t> </a:t>
            </a:r>
            <a:r>
              <a:rPr lang="pt-PT" sz="2800" err="1">
                <a:ea typeface="Calibri"/>
                <a:cs typeface="Calibri"/>
              </a:rPr>
              <a:t>epidemiological</a:t>
            </a:r>
            <a:r>
              <a:rPr lang="pt-PT" sz="2800">
                <a:ea typeface="Calibri"/>
                <a:cs typeface="Calibri"/>
              </a:rPr>
              <a:t> </a:t>
            </a:r>
            <a:r>
              <a:rPr lang="pt-PT" sz="2800" err="1">
                <a:ea typeface="Calibri"/>
                <a:cs typeface="Calibri"/>
              </a:rPr>
              <a:t>weeks</a:t>
            </a:r>
            <a:r>
              <a:rPr lang="pt-PT" sz="2800">
                <a:ea typeface="Calibri"/>
                <a:cs typeface="Calibri"/>
              </a:rPr>
              <a:t>.</a:t>
            </a:r>
            <a:endParaRPr lang="pt-PT"/>
          </a:p>
          <a:p>
            <a:endParaRPr lang="pt-PT">
              <a:ea typeface="Calibri"/>
              <a:cs typeface="Calibri"/>
            </a:endParaRP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3EC7B4AF-5070-B3A2-9A40-E7A0F829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29</a:t>
            </a:fld>
            <a:endParaRPr lang="en-US"/>
          </a:p>
        </p:txBody>
      </p:sp>
      <p:pic>
        <p:nvPicPr>
          <p:cNvPr id="4" name="Imagem 3" descr="Uma imagem com captura de ecrã, texto, diagrama, file&#10;&#10;Os conteúdos gerados por IA poderão estar incorretos.">
            <a:extLst>
              <a:ext uri="{FF2B5EF4-FFF2-40B4-BE49-F238E27FC236}">
                <a16:creationId xmlns:a16="http://schemas.microsoft.com/office/drawing/2014/main" id="{140F1334-2A30-80C0-7E1C-B8B4D264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572"/>
            <a:ext cx="12192000" cy="529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84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7105BAC-1AA1-98D0-A603-1D4FC4D2F9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pt-PT" err="1">
                <a:ea typeface="Calibri"/>
                <a:cs typeface="Calibri"/>
              </a:rPr>
              <a:t>Other</a:t>
            </a:r>
            <a:r>
              <a:rPr lang="pt-PT">
                <a:ea typeface="Calibri"/>
                <a:cs typeface="Calibri"/>
              </a:rPr>
              <a:t> </a:t>
            </a:r>
            <a:r>
              <a:rPr lang="pt-PT" err="1">
                <a:ea typeface="Calibri"/>
                <a:cs typeface="Calibri"/>
              </a:rPr>
              <a:t>identified</a:t>
            </a:r>
            <a:r>
              <a:rPr lang="pt-PT">
                <a:ea typeface="Calibri"/>
                <a:cs typeface="Calibri"/>
              </a:rPr>
              <a:t> </a:t>
            </a:r>
            <a:r>
              <a:rPr lang="pt-PT" err="1">
                <a:ea typeface="Calibri"/>
                <a:cs typeface="Calibri"/>
              </a:rPr>
              <a:t>pathogens</a:t>
            </a:r>
            <a:endParaRPr lang="pt-PT" err="1"/>
          </a:p>
          <a:p>
            <a:endParaRPr lang="pt-PT">
              <a:ea typeface="Calibri"/>
              <a:cs typeface="Calibri"/>
            </a:endParaRP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70E51BAB-98DD-D03D-B8E6-1D94FB4C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30</a:t>
            </a:fld>
            <a:endParaRPr lang="en-US"/>
          </a:p>
        </p:txBody>
      </p:sp>
      <p:pic>
        <p:nvPicPr>
          <p:cNvPr id="4" name="Imagem 3" descr="Uma imagem com captura de ecrã, texto, diagrama, design&#10;&#10;Os conteúdos gerados por IA poderão estar incorretos.">
            <a:extLst>
              <a:ext uri="{FF2B5EF4-FFF2-40B4-BE49-F238E27FC236}">
                <a16:creationId xmlns:a16="http://schemas.microsoft.com/office/drawing/2014/main" id="{E5F12719-4123-8BE3-6EA9-A230C4C60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62" y="928600"/>
            <a:ext cx="11481487" cy="506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44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7E64435E-B216-8498-7AE8-C4669D1A1B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pt-PT" sz="3600" err="1">
                <a:ea typeface="Calibri"/>
                <a:cs typeface="Calibri"/>
              </a:rPr>
              <a:t>Contamination</a:t>
            </a:r>
            <a:r>
              <a:rPr lang="pt-PT" sz="3600">
                <a:ea typeface="Calibri"/>
                <a:cs typeface="Calibri"/>
              </a:rPr>
              <a:t> rate </a:t>
            </a:r>
            <a:r>
              <a:rPr lang="pt-PT" sz="3600" err="1">
                <a:ea typeface="Calibri"/>
                <a:cs typeface="Calibri"/>
              </a:rPr>
              <a:t>of</a:t>
            </a:r>
            <a:r>
              <a:rPr lang="pt-PT" sz="3600">
                <a:ea typeface="Calibri"/>
                <a:cs typeface="Calibri"/>
              </a:rPr>
              <a:t> samples </a:t>
            </a:r>
            <a:r>
              <a:rPr lang="pt-PT" sz="3600" err="1">
                <a:ea typeface="Calibri"/>
                <a:cs typeface="Calibri"/>
              </a:rPr>
              <a:t>tested</a:t>
            </a:r>
            <a:r>
              <a:rPr lang="pt-PT" sz="3600">
                <a:ea typeface="Calibri"/>
                <a:cs typeface="Calibri"/>
              </a:rPr>
              <a:t> </a:t>
            </a:r>
            <a:r>
              <a:rPr lang="pt-PT" sz="3600" err="1">
                <a:ea typeface="Calibri"/>
                <a:cs typeface="Calibri"/>
              </a:rPr>
              <a:t>up</a:t>
            </a:r>
            <a:r>
              <a:rPr lang="pt-PT" sz="3600">
                <a:ea typeface="Calibri"/>
                <a:cs typeface="Calibri"/>
              </a:rPr>
              <a:t> to EW45</a:t>
            </a:r>
            <a:endParaRPr lang="pt-PT"/>
          </a:p>
          <a:p>
            <a:endParaRPr lang="pt-PT">
              <a:ea typeface="Calibri"/>
              <a:cs typeface="Calibri"/>
            </a:endParaRP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02E800FD-4108-BE7E-472A-32F43861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31</a:t>
            </a:fld>
            <a:endParaRPr lang="en-US"/>
          </a:p>
        </p:txBody>
      </p:sp>
      <p:pic>
        <p:nvPicPr>
          <p:cNvPr id="4" name="Imagem 3" descr="Uma imagem com captura de ecrã, texto, diagrama, design&#10;&#10;Os conteúdos gerados por IA poderão estar incorretos.">
            <a:extLst>
              <a:ext uri="{FF2B5EF4-FFF2-40B4-BE49-F238E27FC236}">
                <a16:creationId xmlns:a16="http://schemas.microsoft.com/office/drawing/2014/main" id="{BA3FAC1D-7F23-84BE-3BF8-7C66C7220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02" y="931680"/>
            <a:ext cx="11388812" cy="496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30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AFCB30B-CC42-94C9-0C86-9F97FEA68C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lIns="91440" tIns="45720" rIns="91440" bIns="45720" anchor="t"/>
          <a:lstStyle/>
          <a:p>
            <a:r>
              <a:rPr lang="pt-PT" sz="2400" err="1">
                <a:ea typeface="Calibri"/>
                <a:cs typeface="Calibri"/>
              </a:rPr>
              <a:t>Evaluation</a:t>
            </a:r>
            <a:r>
              <a:rPr lang="pt-PT" sz="2400">
                <a:ea typeface="Calibri"/>
                <a:cs typeface="Calibri"/>
              </a:rPr>
              <a:t> </a:t>
            </a:r>
            <a:r>
              <a:rPr lang="pt-PT" sz="2400" err="1">
                <a:ea typeface="Calibri"/>
                <a:cs typeface="Calibri"/>
              </a:rPr>
              <a:t>of</a:t>
            </a:r>
            <a:r>
              <a:rPr lang="pt-PT" sz="2400">
                <a:ea typeface="Calibri"/>
                <a:cs typeface="Calibri"/>
              </a:rPr>
              <a:t> </a:t>
            </a:r>
            <a:r>
              <a:rPr lang="pt-PT" sz="2400" err="1">
                <a:ea typeface="Calibri"/>
                <a:cs typeface="Calibri"/>
              </a:rPr>
              <a:t>Agreement</a:t>
            </a:r>
            <a:r>
              <a:rPr lang="pt-PT" sz="2400">
                <a:ea typeface="Calibri"/>
                <a:cs typeface="Calibri"/>
              </a:rPr>
              <a:t> </a:t>
            </a:r>
            <a:r>
              <a:rPr lang="pt-PT" sz="2400" err="1">
                <a:ea typeface="Calibri"/>
                <a:cs typeface="Calibri"/>
              </a:rPr>
              <a:t>between</a:t>
            </a:r>
            <a:r>
              <a:rPr lang="pt-PT" sz="2400">
                <a:ea typeface="Calibri"/>
                <a:cs typeface="Calibri"/>
              </a:rPr>
              <a:t> RDT </a:t>
            </a:r>
            <a:r>
              <a:rPr lang="pt-PT" sz="2400" err="1">
                <a:ea typeface="Calibri"/>
                <a:cs typeface="Calibri"/>
              </a:rPr>
              <a:t>and</a:t>
            </a:r>
            <a:r>
              <a:rPr lang="pt-PT" sz="2400">
                <a:ea typeface="Calibri"/>
                <a:cs typeface="Calibri"/>
              </a:rPr>
              <a:t> </a:t>
            </a:r>
            <a:r>
              <a:rPr lang="pt-PT" sz="2400" err="1">
                <a:ea typeface="Calibri"/>
                <a:cs typeface="Calibri"/>
              </a:rPr>
              <a:t>Culture</a:t>
            </a:r>
            <a:br>
              <a:rPr lang="pt-PT" sz="2400">
                <a:ea typeface="Calibri"/>
                <a:cs typeface="Calibri"/>
              </a:rPr>
            </a:br>
            <a:r>
              <a:rPr lang="pt-PT" sz="2400">
                <a:ea typeface="Calibri"/>
                <a:cs typeface="Calibri"/>
              </a:rPr>
              <a:t> </a:t>
            </a:r>
            <a:r>
              <a:rPr lang="pt-PT" sz="2400" err="1">
                <a:ea typeface="Calibri"/>
                <a:cs typeface="Calibri"/>
              </a:rPr>
              <a:t>Results</a:t>
            </a:r>
            <a:r>
              <a:rPr lang="pt-PT" sz="2400">
                <a:ea typeface="Calibri"/>
                <a:cs typeface="Calibri"/>
              </a:rPr>
              <a:t> </a:t>
            </a:r>
            <a:r>
              <a:rPr lang="pt-PT" sz="2400" err="1">
                <a:ea typeface="Calibri"/>
                <a:cs typeface="Calibri"/>
              </a:rPr>
              <a:t>from</a:t>
            </a:r>
            <a:r>
              <a:rPr lang="pt-PT" sz="2400">
                <a:ea typeface="Calibri"/>
                <a:cs typeface="Calibri"/>
              </a:rPr>
              <a:t> Tete</a:t>
            </a:r>
            <a:endParaRPr lang="pt-PT"/>
          </a:p>
          <a:p>
            <a:endParaRPr lang="pt-PT">
              <a:ea typeface="Calibri"/>
              <a:cs typeface="Calibri"/>
            </a:endParaRP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5AC87F95-9313-1F55-5C0E-DF553938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ECFD5-618A-4511-8858-C8BF20FC6330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7D7B3AC-7746-ECBE-9A27-936C1ACB4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341330"/>
              </p:ext>
            </p:extLst>
          </p:nvPr>
        </p:nvGraphicFramePr>
        <p:xfrm>
          <a:off x="422189" y="1060621"/>
          <a:ext cx="11392404" cy="479022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0856">
                  <a:extLst>
                    <a:ext uri="{9D8B030D-6E8A-4147-A177-3AD203B41FA5}">
                      <a16:colId xmlns:a16="http://schemas.microsoft.com/office/drawing/2014/main" val="2067957140"/>
                    </a:ext>
                  </a:extLst>
                </a:gridCol>
                <a:gridCol w="1078034">
                  <a:extLst>
                    <a:ext uri="{9D8B030D-6E8A-4147-A177-3AD203B41FA5}">
                      <a16:colId xmlns:a16="http://schemas.microsoft.com/office/drawing/2014/main" val="1026921297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914701225"/>
                    </a:ext>
                  </a:extLst>
                </a:gridCol>
                <a:gridCol w="1573695">
                  <a:extLst>
                    <a:ext uri="{9D8B030D-6E8A-4147-A177-3AD203B41FA5}">
                      <a16:colId xmlns:a16="http://schemas.microsoft.com/office/drawing/2014/main" val="2903928567"/>
                    </a:ext>
                  </a:extLst>
                </a:gridCol>
                <a:gridCol w="1056171">
                  <a:extLst>
                    <a:ext uri="{9D8B030D-6E8A-4147-A177-3AD203B41FA5}">
                      <a16:colId xmlns:a16="http://schemas.microsoft.com/office/drawing/2014/main" val="2082130022"/>
                    </a:ext>
                  </a:extLst>
                </a:gridCol>
                <a:gridCol w="2511468">
                  <a:extLst>
                    <a:ext uri="{9D8B030D-6E8A-4147-A177-3AD203B41FA5}">
                      <a16:colId xmlns:a16="http://schemas.microsoft.com/office/drawing/2014/main" val="1109407576"/>
                    </a:ext>
                  </a:extLst>
                </a:gridCol>
                <a:gridCol w="1954680">
                  <a:extLst>
                    <a:ext uri="{9D8B030D-6E8A-4147-A177-3AD203B41FA5}">
                      <a16:colId xmlns:a16="http://schemas.microsoft.com/office/drawing/2014/main" val="3904887809"/>
                    </a:ext>
                  </a:extLst>
                </a:gridCol>
              </a:tblGrid>
              <a:tr h="399185">
                <a:tc rowSpan="3"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Amostra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1700" b="1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TDR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1700" b="1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Cultura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Sorologia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Concordância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Observação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283810"/>
                  </a:ext>
                </a:extLst>
              </a:tr>
              <a:tr h="39918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algn="ctr">
                        <a:buNone/>
                      </a:pPr>
                      <a:endParaRPr lang="en-US" sz="1700" b="1" kern="120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mpd="sng">
                      <a:noFill/>
                    </a:ln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734097"/>
                  </a:ext>
                </a:extLst>
              </a:tr>
              <a:tr h="81213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Resultado</a:t>
                      </a:r>
                      <a:r>
                        <a:rPr lang="en-US" sz="1700" b="1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obtido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Resultado</a:t>
                      </a:r>
                      <a:r>
                        <a:rPr lang="en-US" sz="1700" b="1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1700" b="1" kern="120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esperado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mpd="sng">
                      <a:noFill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26492142"/>
                  </a:ext>
                </a:extLst>
              </a:tr>
              <a:tr h="399185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 err="1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Positivo</a:t>
                      </a:r>
                      <a:endParaRPr lang="en-US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Vibrio Cholerae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pt-PT" sz="18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Igual a 1 amostra positiva por cultura dividido por 3 testes positivos por TDR, multiplicado por 100, que é igual a </a:t>
                      </a:r>
                      <a:r>
                        <a:rPr lang="pt-PT" sz="1800" b="1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33 porcento</a:t>
                      </a:r>
                      <a:endParaRPr lang="pt-PT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Não </a:t>
                      </a: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é</a:t>
                      </a: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comum que isto aconteça e deve-se avaliar para encontrar as causas, incluindo o rastreio do tratamento antibiótico. O ideal </a:t>
                      </a: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é</a:t>
                      </a: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que seja 100% de concord</a:t>
                      </a: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â</a:t>
                      </a:r>
                      <a:r>
                        <a:rPr lang="pt-BR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ncia</a:t>
                      </a:r>
                      <a:endParaRPr lang="pt-BR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6485"/>
                  </a:ext>
                </a:extLst>
              </a:tr>
              <a:tr h="399185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SI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417261"/>
                  </a:ext>
                </a:extLst>
              </a:tr>
              <a:tr h="399185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SI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28192"/>
                  </a:ext>
                </a:extLst>
              </a:tr>
              <a:tr h="399185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4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SI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33317"/>
                  </a:ext>
                </a:extLst>
              </a:tr>
              <a:tr h="812136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 err="1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Positivo</a:t>
                      </a:r>
                      <a:endParaRPr lang="en-US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Vibrio Cholerae</a:t>
                      </a:r>
                      <a:endParaRPr lang="en-US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Vibrio Cholerae</a:t>
                      </a:r>
                      <a:endParaRPr lang="en-US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Ogawa-01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351487"/>
                  </a:ext>
                </a:extLst>
              </a:tr>
              <a:tr h="770841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6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 err="1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Positivo</a:t>
                      </a:r>
                      <a:endParaRPr lang="en-US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rgbClr val="FF0000"/>
                          </a:solidFill>
                          <a:effectLst/>
                          <a:latin typeface="Arial"/>
                        </a:rPr>
                        <a:t>Vibrio Cholerae</a:t>
                      </a:r>
                      <a:endParaRPr lang="en-US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buNone/>
                      </a:pPr>
                      <a:r>
                        <a:rPr lang="en-US" sz="1700" kern="120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ACB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8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561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3982-B973-9C37-0377-B7A909D1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2288D-A1FA-809C-EA66-7759CA4C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93" y="2125784"/>
            <a:ext cx="3733477" cy="1582621"/>
          </a:xfrm>
        </p:spPr>
        <p:txBody>
          <a:bodyPr wrap="square" anchor="ctr">
            <a:noAutofit/>
          </a:bodyPr>
          <a:lstStyle/>
          <a:p>
            <a:r>
              <a:rPr lang="en-GB" sz="5400">
                <a:solidFill>
                  <a:schemeClr val="tx2"/>
                </a:solidFill>
                <a:latin typeface="+mj-lt"/>
              </a:rPr>
              <a:t>Vibrio Cholerae</a:t>
            </a:r>
            <a:endParaRPr lang="en-GB" sz="5400">
              <a:solidFill>
                <a:schemeClr val="tx2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4" name="Imagem 3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68B96FDA-69B0-2E76-B979-C03E4A6D1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5393962" y="1186656"/>
            <a:ext cx="4721745" cy="39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54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6708-736B-3BCB-7895-FB73DC880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FB05-745D-5037-D0CC-96CCA66C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07" y="414733"/>
            <a:ext cx="11671558" cy="1304551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007489"/>
                </a:solidFill>
              </a:rPr>
              <a:t>Vibrio cholerae - </a:t>
            </a:r>
            <a:r>
              <a:rPr lang="en-US" sz="4000" b="1">
                <a:solidFill>
                  <a:srgbClr val="C00000"/>
                </a:solidFill>
              </a:rPr>
              <a:t>Health-Facility and Community</a:t>
            </a:r>
            <a:br>
              <a:rPr lang="en-PT" sz="4000" b="1"/>
            </a:br>
            <a:r>
              <a:rPr lang="en-PT">
                <a:solidFill>
                  <a:schemeClr val="bg1">
                    <a:lumMod val="50000"/>
                  </a:schemeClr>
                </a:solidFill>
              </a:rPr>
              <a:t>HF registries, samples </a:t>
            </a:r>
            <a:r>
              <a:rPr lang="en-PT" err="1">
                <a:solidFill>
                  <a:schemeClr val="bg1">
                    <a:lumMod val="50000"/>
                  </a:schemeClr>
                </a:solidFill>
              </a:rPr>
              <a:t>tested</a:t>
            </a:r>
            <a:r>
              <a:rPr lang="en-P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err="1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PT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PT" err="1">
                <a:solidFill>
                  <a:schemeClr val="bg1">
                    <a:lumMod val="50000"/>
                  </a:schemeClr>
                </a:solidFill>
              </a:rPr>
              <a:t>positivity</a:t>
            </a:r>
            <a:r>
              <a:rPr lang="en-PT">
                <a:solidFill>
                  <a:schemeClr val="bg1">
                    <a:lumMod val="50000"/>
                  </a:schemeClr>
                </a:solidFill>
              </a:rPr>
              <a:t> rate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en-US" b="1">
                <a:solidFill>
                  <a:srgbClr val="AD2F30"/>
                </a:solidFill>
              </a:rPr>
              <a:t>Tete </a:t>
            </a:r>
            <a:endParaRPr lang="pt-BR" sz="4000"/>
          </a:p>
        </p:txBody>
      </p:sp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FD50B8EC-1D49-A2A8-533A-A1F34EEA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1860857"/>
            <a:ext cx="11830050" cy="2569673"/>
          </a:xfrm>
          <a:prstGeom prst="rect">
            <a:avLst/>
          </a:prstGeom>
        </p:spPr>
      </p:pic>
      <p:pic>
        <p:nvPicPr>
          <p:cNvPr id="3" name="Picture 2" descr="A white background with red and green text&#10;&#10;AI-generated content may be incorrect.">
            <a:extLst>
              <a:ext uri="{FF2B5EF4-FFF2-40B4-BE49-F238E27FC236}">
                <a16:creationId xmlns:a16="http://schemas.microsoft.com/office/drawing/2014/main" id="{9A407180-EDE6-53B8-75D7-86A967D4D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" y="4429705"/>
            <a:ext cx="11839575" cy="221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40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8608F-C102-30DE-A139-BEAE20F3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EFCE58-C120-75B7-04ED-0C5D3700341F}"/>
              </a:ext>
            </a:extLst>
          </p:cNvPr>
          <p:cNvSpPr txBox="1"/>
          <p:nvPr/>
        </p:nvSpPr>
        <p:spPr>
          <a:xfrm>
            <a:off x="1696749" y="6272064"/>
            <a:ext cx="8552622" cy="369332"/>
          </a:xfrm>
          <a:prstGeom prst="rect">
            <a:avLst/>
          </a:prstGeom>
          <a:noFill/>
          <a:ln w="28575">
            <a:solidFill>
              <a:srgbClr val="007489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b="1">
                <a:solidFill>
                  <a:srgbClr val="000000"/>
                </a:solidFill>
                <a:ea typeface="Calibri"/>
                <a:cs typeface="Calibri"/>
              </a:rPr>
              <a:t>*16 amostras pendentes para o sequenciamento</a:t>
            </a:r>
            <a:endParaRPr lang="pt-PT" b="1">
              <a:ea typeface="Calibri"/>
              <a:cs typeface="Calibri"/>
            </a:endParaRPr>
          </a:p>
        </p:txBody>
      </p:sp>
      <p:pic>
        <p:nvPicPr>
          <p:cNvPr id="6" name="Picture 5" descr="A graph of positive results&#10;&#10;AI-generated content may be incorrect.">
            <a:extLst>
              <a:ext uri="{FF2B5EF4-FFF2-40B4-BE49-F238E27FC236}">
                <a16:creationId xmlns:a16="http://schemas.microsoft.com/office/drawing/2014/main" id="{FCCB3AC8-1962-6619-A479-F66719E5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828" y="1028699"/>
            <a:ext cx="8717446" cy="522514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91F9E3-D27B-DE14-FF43-AAC694FB8FA1}"/>
              </a:ext>
            </a:extLst>
          </p:cNvPr>
          <p:cNvSpPr txBox="1"/>
          <p:nvPr/>
        </p:nvSpPr>
        <p:spPr>
          <a:xfrm>
            <a:off x="441325" y="453390"/>
            <a:ext cx="11028680" cy="922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>
                <a:solidFill>
                  <a:srgbClr val="007489"/>
                </a:solidFill>
              </a:rPr>
              <a:t>Salmonella typhi- </a:t>
            </a:r>
            <a:r>
              <a:rPr lang="en-US" sz="3500" b="1">
                <a:solidFill>
                  <a:srgbClr val="C00000"/>
                </a:solidFill>
              </a:rPr>
              <a:t>Wastewater surveillance</a:t>
            </a:r>
            <a:br>
              <a:rPr lang="en-US" sz="3500" b="1">
                <a:solidFill>
                  <a:srgbClr val="C00000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3500">
                <a:solidFill>
                  <a:schemeClr val="tx1">
                    <a:lumMod val="49000"/>
                    <a:lumOff val="51000"/>
                  </a:schemeClr>
                </a:solidFill>
                <a:ea typeface="Calibri" panose="020F0502020204030204"/>
                <a:cs typeface="Calibri" panose="020F0502020204030204"/>
              </a:rPr>
              <a:t>qPCR results </a:t>
            </a:r>
            <a:r>
              <a:rPr lang="en-US" sz="3500">
                <a:solidFill>
                  <a:schemeClr val="bg1">
                    <a:lumMod val="50000"/>
                  </a:schemeClr>
                </a:solidFill>
                <a:ea typeface="Calibri" panose="020F0502020204030204"/>
                <a:cs typeface="Calibri" panose="020F0502020204030204"/>
              </a:rPr>
              <a:t>w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eek 47</a:t>
            </a:r>
            <a:r>
              <a:rPr lang="en-US" sz="3200">
                <a:solidFill>
                  <a:schemeClr val="bg1">
                    <a:lumMod val="50000"/>
                  </a:schemeClr>
                </a:solidFill>
              </a:rPr>
              <a:t>–</a:t>
            </a:r>
            <a:r>
              <a:rPr lang="en-US" sz="3500">
                <a:solidFill>
                  <a:schemeClr val="tx1">
                    <a:lumMod val="49000"/>
                    <a:lumOff val="51000"/>
                  </a:schemeClr>
                </a:solidFill>
                <a:ea typeface="Calibri" panose="020F0502020204030204"/>
                <a:cs typeface="Calibri" panose="020F0502020204030204"/>
              </a:rPr>
              <a:t> </a:t>
            </a:r>
            <a:r>
              <a:rPr lang="en-US" b="1">
                <a:solidFill>
                  <a:srgbClr val="C00000"/>
                </a:solidFill>
                <a:latin typeface="Calibri" panose="020F0502020204030204" charset="0"/>
              </a:rPr>
              <a:t>Maputo City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endParaRPr lang="en-US" sz="35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3500" b="1">
              <a:solidFill>
                <a:srgbClr val="007489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86909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17525" y="872490"/>
            <a:ext cx="11028680" cy="922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>
                <a:solidFill>
                  <a:srgbClr val="007489"/>
                </a:solidFill>
              </a:rPr>
              <a:t>Salmonella typhi- </a:t>
            </a:r>
            <a:r>
              <a:rPr lang="en-US" sz="3500" b="1">
                <a:solidFill>
                  <a:srgbClr val="C00000"/>
                </a:solidFill>
              </a:rPr>
              <a:t>Wastewater surveillance</a:t>
            </a:r>
            <a:br>
              <a:rPr lang="en-US" sz="3500" b="1">
                <a:solidFill>
                  <a:srgbClr val="C00000"/>
                </a:solidFill>
                <a:ea typeface="Calibri" panose="020F0502020204030204"/>
                <a:cs typeface="Calibri" panose="020F0502020204030204"/>
              </a:rPr>
            </a:br>
            <a:r>
              <a:rPr lang="en-US" sz="3500">
                <a:solidFill>
                  <a:schemeClr val="tx1">
                    <a:lumMod val="49000"/>
                    <a:lumOff val="51000"/>
                  </a:schemeClr>
                </a:solidFill>
                <a:ea typeface="Calibri" panose="020F0502020204030204"/>
                <a:cs typeface="Calibri" panose="020F0502020204030204"/>
              </a:rPr>
              <a:t>qPCR results </a:t>
            </a:r>
            <a:r>
              <a:rPr lang="en-US" sz="3500">
                <a:solidFill>
                  <a:schemeClr val="bg1">
                    <a:lumMod val="50000"/>
                  </a:schemeClr>
                </a:solidFill>
                <a:ea typeface="Calibri" panose="020F0502020204030204"/>
                <a:cs typeface="Calibri" panose="020F0502020204030204"/>
              </a:rPr>
              <a:t>w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eek 47</a:t>
            </a:r>
            <a:r>
              <a:rPr lang="en-US" sz="3200">
                <a:solidFill>
                  <a:schemeClr val="bg1">
                    <a:lumMod val="50000"/>
                  </a:schemeClr>
                </a:solidFill>
              </a:rPr>
              <a:t>–</a:t>
            </a:r>
            <a:r>
              <a:rPr lang="en-US" sz="3500">
                <a:solidFill>
                  <a:schemeClr val="tx1">
                    <a:lumMod val="49000"/>
                    <a:lumOff val="51000"/>
                  </a:schemeClr>
                </a:solidFill>
                <a:ea typeface="Calibri" panose="020F0502020204030204"/>
                <a:cs typeface="Calibri" panose="020F0502020204030204"/>
              </a:rPr>
              <a:t> </a:t>
            </a:r>
            <a:r>
              <a:rPr lang="en-US" b="1">
                <a:solidFill>
                  <a:srgbClr val="C00000"/>
                </a:solidFill>
                <a:latin typeface="Calibri" panose="020F0502020204030204" charset="0"/>
              </a:rPr>
              <a:t>Maputo City</a:t>
            </a:r>
            <a:endParaRPr lang="en-US">
              <a:solidFill>
                <a:schemeClr val="tx1">
                  <a:lumMod val="49000"/>
                  <a:lumOff val="51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endParaRPr lang="en-US" sz="35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3500" b="1">
              <a:solidFill>
                <a:srgbClr val="007489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1848" y="1938761"/>
            <a:ext cx="3820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/>
              <a:t>Results interpretation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17525" y="1898015"/>
            <a:ext cx="5408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>
                <a:effectLst/>
              </a:rPr>
              <a:t>Salmonella Typhi </a:t>
            </a:r>
            <a:r>
              <a:rPr lang="en-US" sz="1400" b="1">
                <a:effectLst/>
              </a:rPr>
              <a:t>PCR Detection Resultas- Wastewater Surveillance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762000" y="5409565"/>
            <a:ext cx="47155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effectLst/>
                <a:cs typeface="+mn-lt"/>
              </a:rPr>
              <a:t>Note:</a:t>
            </a:r>
          </a:p>
          <a:p>
            <a:r>
              <a:rPr lang="en-US" sz="1200">
                <a:effectLst/>
                <a:cs typeface="+mn-lt"/>
              </a:rPr>
              <a:t>ND= Not Detected</a:t>
            </a:r>
          </a:p>
          <a:p>
            <a:r>
              <a:rPr lang="en-US" sz="1200">
                <a:effectLst/>
                <a:cs typeface="+mn-lt"/>
              </a:rPr>
              <a:t>ttr: Present in all Salmonella species, universal indicator</a:t>
            </a:r>
          </a:p>
          <a:p>
            <a:r>
              <a:rPr lang="en-US" sz="1200">
                <a:effectLst/>
                <a:cs typeface="+mn-lt"/>
              </a:rPr>
              <a:t>staG: Found in non-typhoidal Salmonella (NTS) and S. Typhi</a:t>
            </a:r>
          </a:p>
          <a:p>
            <a:r>
              <a:rPr lang="en-US" sz="1200">
                <a:effectLst/>
                <a:cs typeface="+mn-lt"/>
              </a:rPr>
              <a:t>tviB: Specific to S.Typhi and S.Paratyphi C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786255" y="2308225"/>
            <a:ext cx="2667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Ct Values by Genes Target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17830" y="2614930"/>
          <a:ext cx="5221605" cy="257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910">
                <a:tc>
                  <a:txBody>
                    <a:bodyPr/>
                    <a:lstStyle/>
                    <a:p>
                      <a:pPr algn="ctr"/>
                      <a:r>
                        <a:rPr lang="en-US" altLang="pt-BR" sz="1200" b="1">
                          <a:solidFill>
                            <a:schemeClr val="bg1"/>
                          </a:solidFill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>
                          <a:solidFill>
                            <a:schemeClr val="bg1"/>
                          </a:solidFill>
                          <a:effectLst/>
                          <a:ea typeface="Aptos Narrow"/>
                          <a:cs typeface="+mn-lt"/>
                        </a:rPr>
                        <a:t>ID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1" i="0">
                          <a:solidFill>
                            <a:schemeClr val="bg1"/>
                          </a:solidFill>
                          <a:effectLst/>
                          <a:ea typeface="Aptos Narrow"/>
                          <a:cs typeface="+mn-lt"/>
                        </a:rPr>
                        <a:t>ttr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1" i="0">
                          <a:solidFill>
                            <a:schemeClr val="bg1"/>
                          </a:solidFill>
                          <a:effectLst/>
                          <a:ea typeface="Aptos Narrow"/>
                          <a:cs typeface="+mn-lt"/>
                        </a:rPr>
                        <a:t>tviB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1" i="0">
                          <a:solidFill>
                            <a:schemeClr val="bg1"/>
                          </a:solidFill>
                          <a:effectLst/>
                          <a:ea typeface="Aptos Narrow"/>
                          <a:cs typeface="+mn-lt"/>
                        </a:rPr>
                        <a:t>staG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1" i="0">
                          <a:solidFill>
                            <a:schemeClr val="bg1"/>
                          </a:solidFill>
                          <a:effectLst/>
                          <a:ea typeface="Aptos Narrow"/>
                          <a:cs typeface="+mn-lt"/>
                        </a:rPr>
                        <a:t>RESULTS</a:t>
                      </a:r>
                    </a:p>
                  </a:txBody>
                  <a:tcPr marL="6667" marR="6667" marT="6667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 rowSpan="7">
                  <a:txBody>
                    <a:bodyPr/>
                    <a:lstStyle/>
                    <a:p>
                      <a:pPr algn="ctr"/>
                      <a:endParaRPr lang="en-US" altLang="pt-BR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altLang="pt-BR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altLang="pt-BR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pt-BR">
                          <a:solidFill>
                            <a:schemeClr val="tx1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  <a:sym typeface="+mn-ea"/>
                        </a:rPr>
                        <a:t>PMB0762817</a:t>
                      </a:r>
                      <a:endParaRPr lang="pt-BR" sz="1200" b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ea typeface="Times New Roman" panose="02020603050405020304"/>
                        <a:cs typeface="+mn-lt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26.61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28.82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33.53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POS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PMB0762818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31.13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NEG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PMB0762820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16.97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24.59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20.36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POS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0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PMB0762821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31.69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NEG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PMB0762823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20.2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28.11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24.25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POS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9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PMB0762824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ND</a:t>
                      </a:r>
                    </a:p>
                  </a:txBody>
                  <a:tcPr marL="6667" marR="6667" marT="666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NEG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8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PMB0762826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20.06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17.69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27.37</a:t>
                      </a:r>
                    </a:p>
                  </a:txBody>
                  <a:tcPr marL="6667" marR="6667" marT="666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0" i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ea typeface="Times New Roman" panose="02020603050405020304"/>
                          <a:cs typeface="+mn-lt"/>
                        </a:rPr>
                        <a:t>POS</a:t>
                      </a:r>
                    </a:p>
                  </a:txBody>
                  <a:tcPr marL="6667" marR="6667" marT="6667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31558" y="2512033"/>
          <a:ext cx="55009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369">
                <a:tc>
                  <a:txBody>
                    <a:bodyPr/>
                    <a:lstStyle/>
                    <a:p>
                      <a:r>
                        <a:rPr lang="pt-BR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69">
                <a:tc>
                  <a:txBody>
                    <a:bodyPr/>
                    <a:lstStyle/>
                    <a:p>
                      <a:r>
                        <a:rPr lang="en-US"/>
                        <a:t>qPCR Result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Ct &lt; 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Ct &gt; 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732">
                <a:tc>
                  <a:txBody>
                    <a:bodyPr/>
                    <a:lstStyle/>
                    <a:p>
                      <a:r>
                        <a:rPr lang="pt-BR"/>
                        <a:t>ttr+ staG+ tviB+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S.Typhi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/>
                        <a:t>S. Typhi</a:t>
                      </a:r>
                      <a:r>
                        <a:rPr lang="en-US"/>
                        <a:t> or a more complex mixture</a:t>
                      </a:r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7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ttr+ staG- tviB+</a:t>
                      </a:r>
                    </a:p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Mixture (Non-typhoidal)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Mixture (Non-typhoidal)</a:t>
                      </a:r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0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ttr+ staG+ tviB-</a:t>
                      </a:r>
                    </a:p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Mixture (Non-typhoidal)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Mixture of </a:t>
                      </a:r>
                      <a:r>
                        <a:rPr lang="en-US" i="1"/>
                        <a:t>S. Typhi</a:t>
                      </a:r>
                      <a:r>
                        <a:rPr lang="en-US"/>
                        <a:t> where the Vi gene was lost</a:t>
                      </a:r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02F8-5C67-7DE5-396F-CB0FB76A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3E4470-5868-4FB6-0D1F-BE6ECA72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5"/>
          <a:stretch/>
        </p:blipFill>
        <p:spPr>
          <a:xfrm>
            <a:off x="1" y="1060661"/>
            <a:ext cx="4072612" cy="561667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103E31-614A-E538-CA91-CD5B1CD4DF07}"/>
              </a:ext>
            </a:extLst>
          </p:cNvPr>
          <p:cNvSpPr txBox="1">
            <a:spLocks/>
          </p:cNvSpPr>
          <p:nvPr/>
        </p:nvSpPr>
        <p:spPr>
          <a:xfrm>
            <a:off x="508820" y="559299"/>
            <a:ext cx="11597835" cy="6412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007489"/>
                </a:solidFill>
              </a:rPr>
              <a:t>Salmonella typhi- </a:t>
            </a:r>
            <a:r>
              <a:rPr lang="en-US" sz="2800" b="1">
                <a:solidFill>
                  <a:srgbClr val="C00000"/>
                </a:solidFill>
              </a:rPr>
              <a:t>Wastewater surveillance</a:t>
            </a:r>
            <a:br>
              <a:rPr lang="en-US" sz="2800" b="1">
                <a:ea typeface="Calibri"/>
                <a:cs typeface="Calibri"/>
              </a:rPr>
            </a:br>
            <a:r>
              <a:rPr lang="en-US" sz="2800" b="1">
                <a:solidFill>
                  <a:schemeClr val="tx1">
                    <a:lumMod val="49000"/>
                    <a:lumOff val="51000"/>
                  </a:schemeClr>
                </a:solidFill>
                <a:ea typeface="Calibri"/>
                <a:cs typeface="Calibri"/>
              </a:rPr>
              <a:t>Sequencing results – week 34</a:t>
            </a:r>
            <a:endParaRPr lang="en-US" sz="2800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endParaRPr lang="en-US" sz="280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2800" b="1">
              <a:solidFill>
                <a:srgbClr val="007489"/>
              </a:solidFill>
              <a:ea typeface="Calibri"/>
              <a:cs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FE8CE8-52D4-8113-FD61-AA757A88760E}"/>
              </a:ext>
            </a:extLst>
          </p:cNvPr>
          <p:cNvCxnSpPr>
            <a:cxnSpLocks/>
          </p:cNvCxnSpPr>
          <p:nvPr/>
        </p:nvCxnSpPr>
        <p:spPr>
          <a:xfrm>
            <a:off x="4639152" y="1085375"/>
            <a:ext cx="19703" cy="5577107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E803096-FC24-4122-CE47-0E574BDABBC9}"/>
              </a:ext>
            </a:extLst>
          </p:cNvPr>
          <p:cNvSpPr txBox="1"/>
          <p:nvPr/>
        </p:nvSpPr>
        <p:spPr>
          <a:xfrm>
            <a:off x="4899754" y="1200594"/>
            <a:ext cx="4275449" cy="1179810"/>
          </a:xfrm>
          <a:prstGeom prst="rect">
            <a:avLst/>
          </a:prstGeom>
          <a:solidFill>
            <a:srgbClr val="B9C1D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400"/>
              </a:spcAft>
            </a:pPr>
            <a:r>
              <a:rPr lang="pt-BR" sz="1600" b="1">
                <a:ea typeface="Calibri"/>
                <a:cs typeface="Calibri"/>
                <a:sym typeface="Wingdings" pitchFamily="2" charset="2"/>
              </a:rPr>
              <a:t></a:t>
            </a:r>
            <a:r>
              <a:rPr lang="pt-BR" sz="1600" b="1">
                <a:ea typeface="Calibri"/>
                <a:cs typeface="Calibri"/>
              </a:rPr>
              <a:t> 1 sample from</a:t>
            </a:r>
            <a:r>
              <a:rPr lang="pt-BR" sz="1600" b="1"/>
              <a:t> Tanker trucks (Genotype </a:t>
            </a:r>
            <a:r>
              <a:rPr lang="pt-BR" sz="1600" b="1">
                <a:solidFill>
                  <a:srgbClr val="C00000"/>
                </a:solidFill>
              </a:rPr>
              <a:t>3.3</a:t>
            </a:r>
            <a:r>
              <a:rPr lang="pt-BR" sz="1600">
                <a:solidFill>
                  <a:srgbClr val="C00000"/>
                </a:solidFill>
                <a:ea typeface="Calibri"/>
                <a:cs typeface="Calibri"/>
              </a:rPr>
              <a:t>​</a:t>
            </a:r>
            <a:r>
              <a:rPr lang="pt-BR" sz="1600" b="1">
                <a:ea typeface="Calibri"/>
                <a:cs typeface="Calibri"/>
              </a:rPr>
              <a:t>)</a:t>
            </a:r>
          </a:p>
          <a:p>
            <a:pPr>
              <a:spcAft>
                <a:spcPts val="400"/>
              </a:spcAft>
            </a:pPr>
            <a:r>
              <a:rPr lang="pt-BR" sz="1600" b="1">
                <a:ea typeface="Calibri"/>
                <a:cs typeface="Calibri"/>
              </a:rPr>
              <a:t>AMR</a:t>
            </a:r>
          </a:p>
          <a:p>
            <a:pPr marL="285750" indent="-285750">
              <a:buFont typeface="Wingdings" panose="020B0604020202020204" pitchFamily="34" charset="0"/>
              <a:buChar char="v"/>
            </a:pPr>
            <a:r>
              <a:rPr lang="pt-BR" sz="1600" u="sng">
                <a:ea typeface="+mn-lt"/>
                <a:cs typeface="+mn-lt"/>
              </a:rPr>
              <a:t>Chromosomal resistance </a:t>
            </a:r>
            <a:r>
              <a:rPr lang="pt-BR" sz="1600">
                <a:ea typeface="+mn-lt"/>
                <a:cs typeface="+mn-lt"/>
              </a:rPr>
              <a:t>–</a:t>
            </a:r>
            <a:r>
              <a:rPr lang="pt-BR" sz="1600">
                <a:ea typeface="Calibri"/>
                <a:cs typeface="Calibri"/>
              </a:rPr>
              <a:t> Not detected</a:t>
            </a:r>
            <a:endParaRPr lang="pt-BR">
              <a:ea typeface="Calibri"/>
              <a:cs typeface="Calibri"/>
            </a:endParaRPr>
          </a:p>
          <a:p>
            <a:pPr marL="285750" indent="-285750">
              <a:buFont typeface="Wingdings" panose="020B0604020202020204" pitchFamily="34" charset="0"/>
              <a:buChar char="v"/>
            </a:pPr>
            <a:r>
              <a:rPr lang="pt-BR" sz="1600" u="sng">
                <a:ea typeface="Calibri"/>
                <a:cs typeface="Calibri"/>
              </a:rPr>
              <a:t>Plasmidial resistance </a:t>
            </a:r>
            <a:r>
              <a:rPr lang="pt-BR" sz="1600">
                <a:ea typeface="Calibri"/>
                <a:cs typeface="Calibri"/>
              </a:rPr>
              <a:t>– Not detected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039956E-7990-CD20-B6A1-74F4B0FC483A}"/>
              </a:ext>
            </a:extLst>
          </p:cNvPr>
          <p:cNvSpPr/>
          <p:nvPr/>
        </p:nvSpPr>
        <p:spPr>
          <a:xfrm>
            <a:off x="2201647" y="4743455"/>
            <a:ext cx="1946276" cy="33336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675C8E0-D393-0861-852D-608EFAE24DB2}"/>
              </a:ext>
            </a:extLst>
          </p:cNvPr>
          <p:cNvSpPr/>
          <p:nvPr/>
        </p:nvSpPr>
        <p:spPr>
          <a:xfrm>
            <a:off x="4894312" y="1221231"/>
            <a:ext cx="4099355" cy="29542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3CD942-0AF4-3521-577B-C656B91B6B38}"/>
              </a:ext>
            </a:extLst>
          </p:cNvPr>
          <p:cNvCxnSpPr/>
          <p:nvPr/>
        </p:nvCxnSpPr>
        <p:spPr>
          <a:xfrm flipH="1">
            <a:off x="4182455" y="4917992"/>
            <a:ext cx="28431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26A84E-A165-7B5A-CC7B-303B33B7331B}"/>
              </a:ext>
            </a:extLst>
          </p:cNvPr>
          <p:cNvCxnSpPr/>
          <p:nvPr/>
        </p:nvCxnSpPr>
        <p:spPr>
          <a:xfrm flipH="1">
            <a:off x="11426206" y="4514770"/>
            <a:ext cx="28431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538F39E-9E3C-2E80-C28A-BD2892213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12" y="2533535"/>
            <a:ext cx="6457752" cy="4109876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F85D164-0ACE-F665-6327-E30884AA4DEB}"/>
              </a:ext>
            </a:extLst>
          </p:cNvPr>
          <p:cNvSpPr/>
          <p:nvPr/>
        </p:nvSpPr>
        <p:spPr>
          <a:xfrm>
            <a:off x="4862860" y="4317826"/>
            <a:ext cx="6509947" cy="38458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9900A4B-FCAE-9887-15C1-5FEE891BA1E3}"/>
              </a:ext>
            </a:extLst>
          </p:cNvPr>
          <p:cNvCxnSpPr>
            <a:cxnSpLocks/>
          </p:cNvCxnSpPr>
          <p:nvPr/>
        </p:nvCxnSpPr>
        <p:spPr>
          <a:xfrm flipH="1">
            <a:off x="9033047" y="1366291"/>
            <a:ext cx="28431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BFD505-728C-4B9F-C42C-E5C9F324986E}"/>
              </a:ext>
            </a:extLst>
          </p:cNvPr>
          <p:cNvSpPr txBox="1"/>
          <p:nvPr/>
        </p:nvSpPr>
        <p:spPr>
          <a:xfrm rot="16200000">
            <a:off x="-49066" y="3891524"/>
            <a:ext cx="133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/>
              <a:t>Evolução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615B0-47EA-0BAA-A6B1-176BC07871C9}"/>
              </a:ext>
            </a:extLst>
          </p:cNvPr>
          <p:cNvSpPr txBox="1"/>
          <p:nvPr/>
        </p:nvSpPr>
        <p:spPr>
          <a:xfrm>
            <a:off x="508820" y="6162369"/>
            <a:ext cx="136668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/>
              <a:t>Dyson and Holt (2025).</a:t>
            </a:r>
            <a:r>
              <a:rPr lang="en-US" sz="1000" i="1">
                <a:ea typeface="+mn-lt"/>
                <a:cs typeface="+mn-lt"/>
              </a:rPr>
              <a:t>The Journal of Infectious Diseases</a:t>
            </a:r>
            <a:endParaRPr lang="en-US" sz="1000" i="1"/>
          </a:p>
        </p:txBody>
      </p:sp>
    </p:spTree>
    <p:extLst>
      <p:ext uri="{BB962C8B-B14F-4D97-AF65-F5344CB8AC3E}">
        <p14:creationId xmlns:p14="http://schemas.microsoft.com/office/powerpoint/2010/main" val="1284642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sitting in a room&#10;&#10;AI-generated content may be incorrect.">
            <a:extLst>
              <a:ext uri="{FF2B5EF4-FFF2-40B4-BE49-F238E27FC236}">
                <a16:creationId xmlns:a16="http://schemas.microsoft.com/office/drawing/2014/main" id="{4CC4CF90-6A8D-332E-F54F-12F396BDD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/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21FAC6D-1070-EC88-8DC8-D0D63F12193E}"/>
              </a:ext>
            </a:extLst>
          </p:cNvPr>
          <p:cNvSpPr txBox="1">
            <a:spLocks/>
          </p:cNvSpPr>
          <p:nvPr/>
        </p:nvSpPr>
        <p:spPr>
          <a:xfrm>
            <a:off x="414216" y="762001"/>
            <a:ext cx="1176410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500" b="1" err="1">
                <a:solidFill>
                  <a:srgbClr val="007489"/>
                </a:solidFill>
              </a:rPr>
              <a:t>Actualiza</a:t>
            </a:r>
            <a:r>
              <a:rPr lang="en-US" sz="3500" b="1" err="1">
                <a:solidFill>
                  <a:srgbClr val="007489"/>
                </a:solidFill>
                <a:latin typeface="Times New Roman"/>
                <a:cs typeface="Times New Roman"/>
              </a:rPr>
              <a:t>çã</a:t>
            </a:r>
            <a:r>
              <a:rPr lang="en-US" sz="3500" b="1" err="1">
                <a:solidFill>
                  <a:srgbClr val="007489"/>
                </a:solidFill>
              </a:rPr>
              <a:t>o</a:t>
            </a:r>
            <a:r>
              <a:rPr lang="en-US" sz="3500" b="1">
                <a:solidFill>
                  <a:srgbClr val="007489"/>
                </a:solidFill>
              </a:rPr>
              <a:t>:  </a:t>
            </a:r>
            <a:r>
              <a:rPr lang="en-US" sz="3500" b="1" err="1">
                <a:solidFill>
                  <a:srgbClr val="007489"/>
                </a:solidFill>
              </a:rPr>
              <a:t>Implementa</a:t>
            </a:r>
            <a:r>
              <a:rPr lang="en-US" sz="3500" b="1" err="1">
                <a:solidFill>
                  <a:srgbClr val="007489"/>
                </a:solidFill>
                <a:latin typeface="Times New Roman"/>
                <a:cs typeface="Times New Roman"/>
              </a:rPr>
              <a:t>çã</a:t>
            </a:r>
            <a:r>
              <a:rPr lang="en-US" sz="3500" b="1" err="1">
                <a:solidFill>
                  <a:srgbClr val="007489"/>
                </a:solidFill>
              </a:rPr>
              <a:t>o</a:t>
            </a:r>
            <a:r>
              <a:rPr lang="en-US" sz="3500" b="1">
                <a:solidFill>
                  <a:srgbClr val="007489"/>
                </a:solidFill>
              </a:rPr>
              <a:t> do Sero survey- Maputo </a:t>
            </a:r>
            <a:r>
              <a:rPr lang="en-US" sz="3500" b="1" err="1">
                <a:solidFill>
                  <a:srgbClr val="007489"/>
                </a:solidFill>
              </a:rPr>
              <a:t>Cidade</a:t>
            </a:r>
            <a:endParaRPr lang="en-PT" sz="3500" err="1">
              <a:solidFill>
                <a:srgbClr val="007489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175647-4E18-E8E8-0DA7-369E302505A2}"/>
              </a:ext>
            </a:extLst>
          </p:cNvPr>
          <p:cNvSpPr txBox="1">
            <a:spLocks/>
          </p:cNvSpPr>
          <p:nvPr/>
        </p:nvSpPr>
        <p:spPr>
          <a:xfrm>
            <a:off x="534692" y="1905001"/>
            <a:ext cx="6873498" cy="4685652"/>
          </a:xfr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err="1"/>
              <a:t>Formadas</a:t>
            </a:r>
            <a:r>
              <a:rPr lang="en-US" sz="2400"/>
              <a:t> 7 </a:t>
            </a:r>
            <a:r>
              <a:rPr lang="en-US" sz="2400" err="1"/>
              <a:t>equipas</a:t>
            </a:r>
            <a:r>
              <a:rPr lang="en-US" sz="2400"/>
              <a:t> (</a:t>
            </a:r>
            <a:r>
              <a:rPr lang="en-US" sz="2400" err="1"/>
              <a:t>Inqu</a:t>
            </a:r>
            <a:r>
              <a:rPr lang="en-US" sz="2400"/>
              <a:t> e </a:t>
            </a:r>
            <a:r>
              <a:rPr lang="en-US" sz="2400" err="1"/>
              <a:t>Enferm</a:t>
            </a:r>
            <a:r>
              <a:rPr lang="en-US" sz="2400"/>
              <a:t>) para </a:t>
            </a:r>
            <a:r>
              <a:rPr lang="en-US" sz="2400" err="1"/>
              <a:t>colheita</a:t>
            </a:r>
            <a:r>
              <a:rPr lang="en-US" sz="2400"/>
              <a:t> de dados </a:t>
            </a:r>
            <a:r>
              <a:rPr lang="en-US" sz="2400" err="1"/>
              <a:t>na</a:t>
            </a:r>
            <a:r>
              <a:rPr lang="en-US" sz="2400"/>
              <a:t> </a:t>
            </a:r>
            <a:r>
              <a:rPr lang="en-US" sz="2400" err="1"/>
              <a:t>Cidade</a:t>
            </a:r>
            <a:r>
              <a:rPr lang="en-US" sz="2400"/>
              <a:t> de Maputo</a:t>
            </a:r>
          </a:p>
          <a:p>
            <a:pPr marL="0" indent="0">
              <a:buNone/>
            </a:pPr>
            <a:r>
              <a:rPr lang="en-US" sz="2200" err="1">
                <a:solidFill>
                  <a:srgbClr val="C00000"/>
                </a:solidFill>
              </a:rPr>
              <a:t>Treinados</a:t>
            </a:r>
            <a:r>
              <a:rPr lang="en-US" sz="2200">
                <a:solidFill>
                  <a:srgbClr val="C00000"/>
                </a:solidFill>
              </a:rPr>
              <a:t> CSA para MBS </a:t>
            </a:r>
            <a:endParaRPr lang="en-US" sz="220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C00000"/>
                </a:solidFill>
              </a:rPr>
              <a:t>1 </a:t>
            </a:r>
            <a:r>
              <a:rPr lang="en-US" sz="2200" err="1">
                <a:solidFill>
                  <a:srgbClr val="C00000"/>
                </a:solidFill>
              </a:rPr>
              <a:t>viatura</a:t>
            </a:r>
            <a:r>
              <a:rPr lang="en-US" sz="2200">
                <a:solidFill>
                  <a:srgbClr val="C00000"/>
                </a:solidFill>
              </a:rPr>
              <a:t> </a:t>
            </a:r>
            <a:r>
              <a:rPr lang="en-US" sz="2200" err="1">
                <a:solidFill>
                  <a:srgbClr val="C00000"/>
                </a:solidFill>
              </a:rPr>
              <a:t>disponivel</a:t>
            </a:r>
            <a:r>
              <a:rPr lang="en-US" sz="2200">
                <a:solidFill>
                  <a:srgbClr val="C00000"/>
                </a:solidFill>
              </a:rPr>
              <a:t> para </a:t>
            </a:r>
            <a:r>
              <a:rPr lang="en-US" sz="2200" err="1">
                <a:solidFill>
                  <a:srgbClr val="C00000"/>
                </a:solidFill>
              </a:rPr>
              <a:t>in</a:t>
            </a:r>
            <a:r>
              <a:rPr lang="en-US" sz="2200" err="1">
                <a:solidFill>
                  <a:srgbClr val="C00000"/>
                </a:solidFill>
                <a:latin typeface="Times New Roman"/>
                <a:cs typeface="Times New Roman"/>
              </a:rPr>
              <a:t>í</a:t>
            </a:r>
            <a:r>
              <a:rPr lang="en-US" sz="2200" err="1">
                <a:solidFill>
                  <a:srgbClr val="C00000"/>
                </a:solidFill>
              </a:rPr>
              <a:t>cio</a:t>
            </a:r>
            <a:r>
              <a:rPr lang="en-US" sz="2200">
                <a:solidFill>
                  <a:srgbClr val="C00000"/>
                </a:solidFill>
              </a:rPr>
              <a:t> da </a:t>
            </a:r>
            <a:r>
              <a:rPr lang="en-US" sz="2200" err="1">
                <a:solidFill>
                  <a:srgbClr val="C00000"/>
                </a:solidFill>
              </a:rPr>
              <a:t>actividade</a:t>
            </a:r>
            <a:r>
              <a:rPr lang="en-US" sz="2200">
                <a:solidFill>
                  <a:srgbClr val="C00000"/>
                </a:solidFill>
              </a:rPr>
              <a:t> de Campo</a:t>
            </a:r>
            <a:endParaRPr lang="en-US" sz="2200">
              <a:solidFill>
                <a:srgbClr val="C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b="1" err="1"/>
              <a:t>Pr</a:t>
            </a:r>
            <a:r>
              <a:rPr lang="en-US" sz="2400" b="1" err="1">
                <a:latin typeface="Times New Roman"/>
                <a:cs typeface="Times New Roman"/>
              </a:rPr>
              <a:t>ó</a:t>
            </a:r>
            <a:r>
              <a:rPr lang="en-US" sz="2400" b="1" err="1"/>
              <a:t>ximos</a:t>
            </a:r>
            <a:r>
              <a:rPr lang="en-US" sz="2400" b="1"/>
              <a:t> </a:t>
            </a:r>
            <a:r>
              <a:rPr lang="en-US" sz="2400" b="1" err="1"/>
              <a:t>passos</a:t>
            </a:r>
            <a:r>
              <a:rPr lang="en-US" sz="2400" b="1"/>
              <a:t> </a:t>
            </a:r>
            <a:endParaRPr lang="en-US" sz="2400" b="1">
              <a:ea typeface="Calibri"/>
              <a:cs typeface="Calibri"/>
            </a:endParaRPr>
          </a:p>
          <a:p>
            <a:r>
              <a:rPr lang="en-US" sz="2400" err="1"/>
              <a:t>Credenciais</a:t>
            </a:r>
            <a:r>
              <a:rPr lang="en-US" sz="2400"/>
              <a:t> </a:t>
            </a:r>
            <a:r>
              <a:rPr lang="en-US" sz="2400" err="1"/>
              <a:t>pelo</a:t>
            </a:r>
            <a:r>
              <a:rPr lang="en-US" sz="2400"/>
              <a:t> CMCM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 err="1"/>
              <a:t>Previs</a:t>
            </a:r>
            <a:r>
              <a:rPr lang="en-US" sz="2400" err="1">
                <a:latin typeface="Times New Roman"/>
                <a:cs typeface="Times New Roman"/>
              </a:rPr>
              <a:t>ã</a:t>
            </a:r>
            <a:r>
              <a:rPr lang="en-US" sz="2400" err="1"/>
              <a:t>o</a:t>
            </a:r>
            <a:r>
              <a:rPr lang="en-US" sz="2400"/>
              <a:t> de </a:t>
            </a:r>
            <a:r>
              <a:rPr lang="en-US" sz="2400" err="1"/>
              <a:t>in</a:t>
            </a:r>
            <a:r>
              <a:rPr lang="en-US" sz="2400" err="1">
                <a:latin typeface="Times New Roman"/>
                <a:cs typeface="Times New Roman"/>
              </a:rPr>
              <a:t>í</a:t>
            </a:r>
            <a:r>
              <a:rPr lang="en-US" sz="2400" err="1"/>
              <a:t>cio</a:t>
            </a:r>
            <a:r>
              <a:rPr lang="en-US" sz="2400"/>
              <a:t> 08.12.25 (Ka </a:t>
            </a:r>
            <a:r>
              <a:rPr lang="en-US" sz="2400" err="1"/>
              <a:t>Mavota</a:t>
            </a:r>
            <a:endParaRPr lang="en-US" sz="2400" err="1">
              <a:ea typeface="Calibri"/>
              <a:cs typeface="Calibri"/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endParaRPr lang="en-US" sz="2400">
              <a:solidFill>
                <a:schemeClr val="tx1"/>
              </a:solidFill>
            </a:endParaRPr>
          </a:p>
          <a:p>
            <a:endParaRPr lang="pt-PT" sz="2400">
              <a:solidFill>
                <a:schemeClr val="tx1"/>
              </a:solidFill>
            </a:endParaRPr>
          </a:p>
          <a:p>
            <a:endParaRPr lang="pt-PT" sz="2400"/>
          </a:p>
        </p:txBody>
      </p:sp>
      <p:pic>
        <p:nvPicPr>
          <p:cNvPr id="9" name="Picture 8" descr="A group of people sitting in a room&#10;&#10;AI-generated content may be incorrect.">
            <a:extLst>
              <a:ext uri="{FF2B5EF4-FFF2-40B4-BE49-F238E27FC236}">
                <a16:creationId xmlns:a16="http://schemas.microsoft.com/office/drawing/2014/main" id="{BDF3AFBC-8615-A114-842A-4B1A439FF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293" y="1905001"/>
            <a:ext cx="4507754" cy="1894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D3E02F-B573-3EA1-C469-0B1354BDD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524" y="3799668"/>
            <a:ext cx="2422339" cy="2790985"/>
          </a:xfrm>
          <a:prstGeom prst="rect">
            <a:avLst/>
          </a:prstGeom>
        </p:spPr>
      </p:pic>
      <p:pic>
        <p:nvPicPr>
          <p:cNvPr id="13" name="Picture 12" descr="A group of people standing outside&#10;&#10;AI-generated content may be incorrect.">
            <a:extLst>
              <a:ext uri="{FF2B5EF4-FFF2-40B4-BE49-F238E27FC236}">
                <a16:creationId xmlns:a16="http://schemas.microsoft.com/office/drawing/2014/main" id="{84F9222F-49FA-0EC8-91EE-3827183200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939" y="3799668"/>
            <a:ext cx="2056108" cy="279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081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56F593-3572-88B1-9372-81EECF76E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Background" hidden="1">
            <a:extLst>
              <a:ext uri="{FF2B5EF4-FFF2-40B4-BE49-F238E27FC236}">
                <a16:creationId xmlns:a16="http://schemas.microsoft.com/office/drawing/2014/main" id="{5FA0B65C-71B1-9182-E880-EEA1271A55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1889A">
                  <a:alpha val="6000"/>
                </a:srgbClr>
              </a:gs>
              <a:gs pos="100000">
                <a:srgbClr val="C00000"/>
              </a:gs>
            </a:gsLst>
            <a:lin ang="0" scaled="1"/>
            <a:tileRect/>
          </a:gradFill>
          <a:ln w="38100"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28700" b="1">
              <a:solidFill>
                <a:schemeClr val="tx1"/>
              </a:solidFill>
            </a:endParaRPr>
          </a:p>
        </p:txBody>
      </p:sp>
      <p:pic>
        <p:nvPicPr>
          <p:cNvPr id="10" name="Picture 9" descr="A red and white play button&#10;&#10;Description automatically generated">
            <a:extLst>
              <a:ext uri="{FF2B5EF4-FFF2-40B4-BE49-F238E27FC236}">
                <a16:creationId xmlns:a16="http://schemas.microsoft.com/office/drawing/2014/main" id="{41C28074-DB2E-92CA-2454-B300AC2FF3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77590" y="1110527"/>
            <a:ext cx="557295" cy="389225"/>
          </a:xfrm>
          <a:prstGeom prst="rect">
            <a:avLst/>
          </a:prstGeom>
        </p:spPr>
      </p:pic>
      <p:pic>
        <p:nvPicPr>
          <p:cNvPr id="12" name="Picture 11" descr="A blue square with white letters&#10;&#10;Description automatically generated">
            <a:extLst>
              <a:ext uri="{FF2B5EF4-FFF2-40B4-BE49-F238E27FC236}">
                <a16:creationId xmlns:a16="http://schemas.microsoft.com/office/drawing/2014/main" id="{B9B7D79B-5732-14E3-1980-39865C0FB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9473" y="1104977"/>
            <a:ext cx="389225" cy="389225"/>
          </a:xfrm>
          <a:prstGeom prst="rect">
            <a:avLst/>
          </a:prstGeom>
        </p:spPr>
      </p:pic>
      <p:pic>
        <p:nvPicPr>
          <p:cNvPr id="18" name="Picture 17" descr="A blue square with a white letter f&#10;&#10;Description automatically generated">
            <a:extLst>
              <a:ext uri="{FF2B5EF4-FFF2-40B4-BE49-F238E27FC236}">
                <a16:creationId xmlns:a16="http://schemas.microsoft.com/office/drawing/2014/main" id="{3C0A2B7D-69BB-AD34-EB54-A7579D5C9E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1406" y="1104978"/>
            <a:ext cx="390129" cy="39012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240B41F-B390-4D2D-AEF5-A4D2A0B44221}"/>
              </a:ext>
            </a:extLst>
          </p:cNvPr>
          <p:cNvGrpSpPr>
            <a:grpSpLocks/>
          </p:cNvGrpSpPr>
          <p:nvPr/>
        </p:nvGrpSpPr>
        <p:grpSpPr>
          <a:xfrm>
            <a:off x="8760439" y="1115049"/>
            <a:ext cx="390129" cy="390129"/>
            <a:chOff x="5554902" y="5800065"/>
            <a:chExt cx="395692" cy="39569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E728FB0-0299-B99B-C1F6-1F807548BB0E}"/>
                </a:ext>
              </a:extLst>
            </p:cNvPr>
            <p:cNvSpPr>
              <a:spLocks/>
            </p:cNvSpPr>
            <p:nvPr/>
          </p:nvSpPr>
          <p:spPr>
            <a:xfrm>
              <a:off x="5554902" y="5800065"/>
              <a:ext cx="395692" cy="3956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F62455C-4B35-90D3-8590-436B833B2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54902" y="5800065"/>
              <a:ext cx="395692" cy="395692"/>
            </a:xfrm>
            <a:prstGeom prst="rect">
              <a:avLst/>
            </a:prstGeom>
          </p:spPr>
        </p:pic>
      </p:grp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27DFFFE8-EA49-019B-3C65-88373D5A7F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6787" y="2608427"/>
            <a:ext cx="2989580" cy="29895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9CE7ADD-D4DF-19FE-ABD5-24C71FAECB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66109" y="1672232"/>
            <a:ext cx="7990427" cy="5281977"/>
            <a:chOff x="2660015" y="1672232"/>
            <a:chExt cx="7990427" cy="5281977"/>
          </a:xfrm>
        </p:grpSpPr>
        <p:sp>
          <p:nvSpPr>
            <p:cNvPr id="7" name="Lema">
              <a:extLst>
                <a:ext uri="{FF2B5EF4-FFF2-40B4-BE49-F238E27FC236}">
                  <a16:creationId xmlns:a16="http://schemas.microsoft.com/office/drawing/2014/main" id="{470C935E-5EFF-C6BB-E368-44897F7ACC08}"/>
                </a:ext>
              </a:extLst>
            </p:cNvPr>
            <p:cNvSpPr txBox="1">
              <a:spLocks/>
            </p:cNvSpPr>
            <p:nvPr/>
          </p:nvSpPr>
          <p:spPr>
            <a:xfrm>
              <a:off x="2660015" y="6184768"/>
              <a:ext cx="799042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4400" b="1" i="1">
                  <a:solidFill>
                    <a:schemeClr val="bg1"/>
                  </a:solidFill>
                </a:rPr>
                <a:t>Descobrir    Entender    Informar</a:t>
              </a:r>
              <a:endParaRPr lang="en-US" sz="4400" b="1" i="1">
                <a:solidFill>
                  <a:schemeClr val="bg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689A891-B0D3-8022-268D-C8CC9C2E5F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87835" y="1672232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A11D857-913F-4A50-372D-5E1945A5CF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788455" y="1672232"/>
              <a:ext cx="172720" cy="1727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6F048D9-FEA2-AC87-BC07-3EE4B00A7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FA86DD-BAB6-1FC1-0E15-5A8A3B008921}"/>
              </a:ext>
            </a:extLst>
          </p:cNvPr>
          <p:cNvSpPr txBox="1"/>
          <p:nvPr/>
        </p:nvSpPr>
        <p:spPr>
          <a:xfrm>
            <a:off x="-256854" y="1304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0CDA1-545A-B46F-EDCE-A082A73EF81A}"/>
              </a:ext>
            </a:extLst>
          </p:cNvPr>
          <p:cNvSpPr txBox="1"/>
          <p:nvPr/>
        </p:nvSpPr>
        <p:spPr>
          <a:xfrm>
            <a:off x="5211578" y="3054655"/>
            <a:ext cx="19811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T" sz="2800" b="1">
                <a:solidFill>
                  <a:schemeClr val="bg1"/>
                </a:solidFill>
              </a:rPr>
              <a:t>Thank you</a:t>
            </a:r>
          </a:p>
          <a:p>
            <a:pPr algn="ctr"/>
            <a:r>
              <a:rPr lang="en-PT" sz="2800" b="1">
                <a:solidFill>
                  <a:schemeClr val="bg1"/>
                </a:solidFill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402694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1*242"/>
  <p:tag name="TABLE_ENDDRAG_RECT" val="498*197*411*2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5F5ECF-0899-46DF-BEE4-70FD0C706E39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F9DE2FD41D374A925A00DBE07833B4" ma:contentTypeVersion="4" ma:contentTypeDescription="Crie um novo documento." ma:contentTypeScope="" ma:versionID="e90c5ef26658b6697630afb87b5de990">
  <xsd:schema xmlns:xsd="http://www.w3.org/2001/XMLSchema" xmlns:xs="http://www.w3.org/2001/XMLSchema" xmlns:p="http://schemas.microsoft.com/office/2006/metadata/properties" xmlns:ns2="26f0ea3e-d740-475b-b10c-be7ad266fec8" targetNamespace="http://schemas.microsoft.com/office/2006/metadata/properties" ma:root="true" ma:fieldsID="3abb7b965e68c1e49f8041f056e53cc3" ns2:_="">
    <xsd:import namespace="26f0ea3e-d740-475b-b10c-be7ad266fe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0ea3e-d740-475b-b10c-be7ad266fe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159D03-32C1-4643-A804-B2B3624E7B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D8F8D0-AAA1-4445-8830-A5667B1FBD28}">
  <ds:schemaRefs>
    <ds:schemaRef ds:uri="26f0ea3e-d740-475b-b10c-be7ad266fe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F7EEF9-D741-468D-B5D2-DA0D4A1BF3C1}">
  <ds:schemaRefs>
    <ds:schemaRef ds:uri="26f0ea3e-d740-475b-b10c-be7ad266fe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39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Casos de Doenças Reportados na Comunidade por SE 48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SARS-CoV-2 and Influenza surveillance</vt:lpstr>
      <vt:lpstr>PowerPoint Presentation</vt:lpstr>
      <vt:lpstr>SARS-CoV-2- Community Disease reported, samples tested and positivity rate – Tete and Quelimane </vt:lpstr>
      <vt:lpstr>SARS-CoV-2- Health-Facility HF registries, samples tested and positivity rate - Maputo city </vt:lpstr>
      <vt:lpstr>SARS-CoV-2- Health-Facility HF registries, samples tested and positivity rate – Tete &amp; Quelimane </vt:lpstr>
      <vt:lpstr>SARS-CoV-2- Combined Community, HF, and Wastewater​ Positivity rate - Maputo City</vt:lpstr>
      <vt:lpstr>PowerPoint Presentation</vt:lpstr>
      <vt:lpstr>PowerPoint Presentation</vt:lpstr>
      <vt:lpstr>Influenza- Community Disease reported, samples tested and positivity rate – Tete and Quelimane </vt:lpstr>
      <vt:lpstr>PowerPoint Presentation</vt:lpstr>
      <vt:lpstr>Influenza- Health-Facility HF registries, samples tested and positivity rate – Tete &amp; Quelimane </vt:lpstr>
      <vt:lpstr>Influenza- Combined Community, HF, and Wastewater​ Positivity rate – Maputo City</vt:lpstr>
      <vt:lpstr>PowerPoint Presentation</vt:lpstr>
      <vt:lpstr>Salmonella typhi  </vt:lpstr>
      <vt:lpstr>PowerPoint Presentation</vt:lpstr>
      <vt:lpstr>PowerPoint Presentation</vt:lpstr>
      <vt:lpstr>PowerPoint Presentation</vt:lpstr>
      <vt:lpstr>PowerPoint Presentation</vt:lpstr>
      <vt:lpstr>Vibrio Cholerae</vt:lpstr>
      <vt:lpstr>Vibrio cholerae - Health-Facility and Community HF registries, samples tested and positivity rate – Tete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Bilaal Amin</dc:creator>
  <cp:revision>1</cp:revision>
  <dcterms:created xsi:type="dcterms:W3CDTF">2023-11-08T12:56:48Z</dcterms:created>
  <dcterms:modified xsi:type="dcterms:W3CDTF">2025-12-04T08:14:49Z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0x01010023F9DE2FD41D374A925A00DBE07833B4</vt:lpwstr>
  </property>
  <property fmtid="{D5CDD505-2E9C-101B-9397-08002B2CF9AE}" pid="3" name="MediaServiceImageTags">
    <vt:lpwstr/>
  </property>
</Properties>
</file>